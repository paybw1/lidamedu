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972" r:id="rId2"/>
    <p:sldId id="973" r:id="rId3"/>
  </p:sldIdLst>
  <p:sldSz cx="12192000" cy="6858000"/>
  <p:notesSz cx="7104063" cy="10234613"/>
  <p:embeddedFontLst>
    <p:embeddedFont>
      <p:font typeface="Frutiger LT 65 Bold" panose="020B0800000000000000" pitchFamily="34" charset="0"/>
      <p:regular r:id="rId6"/>
    </p:embeddedFont>
    <p:embeddedFont>
      <p:font typeface="Frutiger LT 75 Black" panose="02000A03050000020004" pitchFamily="2" charset="0"/>
      <p:regular r:id="rId7"/>
    </p:embeddedFont>
    <p:embeddedFont>
      <p:font typeface="Rix모던고딕 M" panose="02020603020101020101" pitchFamily="18" charset="-127"/>
      <p:regular r:id="rId8"/>
    </p:embeddedFont>
    <p:embeddedFont>
      <p:font typeface="Rix모던명조 B" panose="02020603020101020101" pitchFamily="18" charset="-127"/>
      <p:regular r:id="rId9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3972" autoAdjust="0"/>
  </p:normalViewPr>
  <p:slideViewPr>
    <p:cSldViewPr snapToGrid="0">
      <p:cViewPr varScale="1">
        <p:scale>
          <a:sx n="107" d="100"/>
          <a:sy n="107" d="100"/>
        </p:scale>
        <p:origin x="672" y="120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-4002" y="-9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163" cy="512763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313" y="2"/>
            <a:ext cx="3078162" cy="512763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2"/>
            <a:ext cx="3078163" cy="512763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313" y="9721852"/>
            <a:ext cx="3078162" cy="512763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41" tIns="47321" rIns="94641" bIns="473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41" tIns="47321" rIns="94641" bIns="47321" rtlCol="0"/>
          <a:lstStyle>
            <a:lvl1pPr algn="r">
              <a:defRPr sz="1200"/>
            </a:lvl1pPr>
          </a:lstStyle>
          <a:p>
            <a:fld id="{782597F2-0C3F-472E-942C-F0680216029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1" tIns="47321" rIns="94641" bIns="473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9"/>
          </a:xfrm>
          <a:prstGeom prst="rect">
            <a:avLst/>
          </a:prstGeom>
        </p:spPr>
        <p:txBody>
          <a:bodyPr vert="horz" lIns="94641" tIns="47321" rIns="94641" bIns="4732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1" tIns="47321" rIns="94641" bIns="473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1" tIns="47321" rIns="94641" bIns="47321" rtlCol="0" anchor="b"/>
          <a:lstStyle>
            <a:lvl1pPr algn="r">
              <a:defRPr sz="1200"/>
            </a:lvl1pPr>
          </a:lstStyle>
          <a:p>
            <a:fld id="{30C005C8-BD53-41EA-B159-BC12A6DFF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F684-D6A4-C8FC-F278-433BDC49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8288A645-3A79-7945-705A-23B1736A5C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E18E029C-8DF9-2F2A-884F-B7227D76E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30ABAD69-3663-AA4C-6C3D-3FD20C411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298027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C83B4-9376-4466-9F98-70E737B0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7DD89147-FD7E-6EE7-219F-89B38F97CD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5E0F7D7A-D3E0-75FD-4D93-B0244C07E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B7ABF5D8-A23F-E42E-B0DA-85A440D5F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2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1556761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666" y="1"/>
            <a:ext cx="11853333" cy="7112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2"/>
                </a:solidFill>
                <a:latin typeface="Rix모던명조 B" pitchFamily="18" charset="-127"/>
                <a:ea typeface="Rix모던명조 B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F2DC9F7A-CE87-4F2F-B819-ED60230A6616}" type="datetime1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16733" y="0"/>
            <a:ext cx="1075267" cy="694267"/>
          </a:xfrm>
          <a:prstGeom prst="rect">
            <a:avLst/>
          </a:prstGeom>
        </p:spPr>
        <p:txBody>
          <a:bodyPr/>
          <a:lstStyle/>
          <a:p>
            <a:fld id="{F5C6BE04-1001-4903-9B58-AE34FA26E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84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2A7F7-198F-4CC5-81DA-04A92B1D0C9E}" type="datetime1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694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EB77-67C1-7617-3272-2C55940D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9843808-60BB-7270-4DB6-3488CE7DF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1</a:t>
            </a:r>
            <a:r>
              <a:rPr lang="ko-KR" altLang="en-US" dirty="0">
                <a:solidFill>
                  <a:srgbClr val="44546A"/>
                </a:solidFill>
              </a:rPr>
              <a:t>차 객관식 문제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E9B32A-CD15-3717-DDF6-00BDA273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</a:t>
            </a:fld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8A18CF2-1007-B030-6AA8-78ED42452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441111"/>
              </p:ext>
            </p:extLst>
          </p:nvPr>
        </p:nvGraphicFramePr>
        <p:xfrm>
          <a:off x="338665" y="1394464"/>
          <a:ext cx="10778067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20828">
                  <a:extLst>
                    <a:ext uri="{9D8B030D-6E8A-4147-A177-3AD203B41FA5}">
                      <a16:colId xmlns:a16="http://schemas.microsoft.com/office/drawing/2014/main" val="2315916390"/>
                    </a:ext>
                  </a:extLst>
                </a:gridCol>
                <a:gridCol w="1568411">
                  <a:extLst>
                    <a:ext uri="{9D8B030D-6E8A-4147-A177-3AD203B41FA5}">
                      <a16:colId xmlns:a16="http://schemas.microsoft.com/office/drawing/2014/main" val="240360562"/>
                    </a:ext>
                  </a:extLst>
                </a:gridCol>
                <a:gridCol w="2464750">
                  <a:extLst>
                    <a:ext uri="{9D8B030D-6E8A-4147-A177-3AD203B41FA5}">
                      <a16:colId xmlns:a16="http://schemas.microsoft.com/office/drawing/2014/main" val="675664414"/>
                    </a:ext>
                  </a:extLst>
                </a:gridCol>
                <a:gridCol w="3135623">
                  <a:extLst>
                    <a:ext uri="{9D8B030D-6E8A-4147-A177-3AD203B41FA5}">
                      <a16:colId xmlns:a16="http://schemas.microsoft.com/office/drawing/2014/main" val="2595342609"/>
                    </a:ext>
                  </a:extLst>
                </a:gridCol>
                <a:gridCol w="2288455">
                  <a:extLst>
                    <a:ext uri="{9D8B030D-6E8A-4147-A177-3AD203B41FA5}">
                      <a16:colId xmlns:a16="http://schemas.microsoft.com/office/drawing/2014/main" val="395554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명칭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출제일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년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615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산업재산권법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기출문제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2026</a:t>
                      </a:r>
                      <a:r>
                        <a:rPr lang="ko-KR" altLang="en-US" sz="1000" dirty="0"/>
                        <a:t>년 </a:t>
                      </a:r>
                      <a:r>
                        <a:rPr lang="en-US" altLang="ko-KR" sz="1000" dirty="0"/>
                        <a:t>63</a:t>
                      </a:r>
                      <a:r>
                        <a:rPr lang="ko-KR" altLang="en-US" sz="1000" dirty="0"/>
                        <a:t>회 기출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/>
                        <a:t>2026/02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860850"/>
                  </a:ext>
                </a:extLst>
              </a:tr>
              <a:tr h="198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자연과학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모의고사문제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2026</a:t>
                      </a:r>
                      <a:r>
                        <a:rPr lang="ko-KR" altLang="en-US" sz="1000" dirty="0"/>
                        <a:t>년 </a:t>
                      </a: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월 전체 모의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700482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민법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모의고사문제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2026</a:t>
                      </a:r>
                      <a:r>
                        <a:rPr lang="ko-KR" altLang="en-US" sz="1000" dirty="0"/>
                        <a:t>년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월 진도별 모의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43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88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38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0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2D8B-0FF1-9434-D269-A10B37A32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A8DF353-DCDF-8AE4-516F-7B0F9EC02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1</a:t>
            </a:r>
            <a:r>
              <a:rPr lang="ko-KR" altLang="en-US" dirty="0">
                <a:solidFill>
                  <a:srgbClr val="44546A"/>
                </a:solidFill>
              </a:rPr>
              <a:t>차 객관식 문제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EE3D82-ED7A-DA9E-7550-69230D69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0FAD8-9180-8EA7-F12D-B73328688426}"/>
              </a:ext>
            </a:extLst>
          </p:cNvPr>
          <p:cNvSpPr txBox="1"/>
          <p:nvPr/>
        </p:nvSpPr>
        <p:spPr>
          <a:xfrm>
            <a:off x="272145" y="862849"/>
            <a:ext cx="3919662" cy="2068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기출문제와 모의고사문제의 목록을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>
              <a:buFontTx/>
              <a:buAutoNum type="arabicPeriod"/>
            </a:pP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기출문제를 클릭하여 문제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,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정답 및 해설을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(1)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기출년도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시험 결과에 대한 자료를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(2)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동영상을 클릭하여 풀이과정을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pPr marL="179388" indent="-179388"/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3. 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모의고사문제를 클릭하여 정해진 시간 안에 모의고사를 풀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(1)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모의고사 풀이가 끝나고 제출하면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답안과 모의고사 결과를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전체 결과에 대한 점수를 전체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개인별로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문제별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전체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개인으로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유형별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단답형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박스형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사례형 문제로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-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지문별 </a:t>
            </a:r>
            <a:r>
              <a:rPr lang="ko-KR" altLang="en-US" sz="1000" dirty="0" err="1"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정답률을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조문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판례 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/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이론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실무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로 구분하여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  <a:p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  (2) </a:t>
            </a:r>
            <a:r>
              <a:rPr lang="ko-KR" altLang="en-US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동영상을 클릭하여 풀이과정을 볼 수 있도록 제공한다</a:t>
            </a:r>
            <a:r>
              <a:rPr lang="en-US" altLang="ko-KR" sz="10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7780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22822</TotalTime>
  <Words>192</Words>
  <Application>Microsoft Office PowerPoint</Application>
  <PresentationFormat>와이드스크린</PresentationFormat>
  <Paragraphs>37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Frutiger LT 75 Black</vt:lpstr>
      <vt:lpstr>Rix모던고딕 M</vt:lpstr>
      <vt:lpstr>맑은 고딕</vt:lpstr>
      <vt:lpstr>Arial</vt:lpstr>
      <vt:lpstr>Frutiger LT 65 Bold</vt:lpstr>
      <vt:lpstr>Rix모던명조 B</vt:lpstr>
      <vt:lpstr>Office 테마</vt:lpstr>
      <vt:lpstr>산업재산권법 온라인 구독 플랫폼: 1차 객관식 문제 색인</vt:lpstr>
      <vt:lpstr>산업재산권법 온라인 구독 플랫폼: 1차 객관식 문제 색인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1031</cp:revision>
  <cp:lastPrinted>2026-04-13T07:54:15Z</cp:lastPrinted>
  <dcterms:created xsi:type="dcterms:W3CDTF">2016-02-25T00:12:49Z</dcterms:created>
  <dcterms:modified xsi:type="dcterms:W3CDTF">2026-05-11T08:40:17Z</dcterms:modified>
</cp:coreProperties>
</file>