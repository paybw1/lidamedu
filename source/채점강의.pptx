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2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965" r:id="rId2"/>
    <p:sldId id="966" r:id="rId3"/>
    <p:sldId id="967" r:id="rId4"/>
    <p:sldId id="968" r:id="rId5"/>
    <p:sldId id="969" r:id="rId6"/>
    <p:sldId id="970" r:id="rId7"/>
    <p:sldId id="971" r:id="rId8"/>
    <p:sldId id="976" r:id="rId9"/>
    <p:sldId id="977" r:id="rId10"/>
    <p:sldId id="978" r:id="rId11"/>
  </p:sldIdLst>
  <p:sldSz cx="12192000" cy="6858000"/>
  <p:notesSz cx="7104063" cy="10234613"/>
  <p:embeddedFontLst>
    <p:embeddedFont>
      <p:font typeface="Frutiger LT 65 Bold" panose="020B0800000000000000" pitchFamily="34" charset="0"/>
      <p:regular r:id="rId14"/>
    </p:embeddedFont>
    <p:embeddedFont>
      <p:font typeface="Frutiger LT 75 Black" panose="02000A03050000020004" pitchFamily="2" charset="0"/>
      <p:regular r:id="rId15"/>
    </p:embeddedFont>
    <p:embeddedFont>
      <p:font typeface="Rix모던고딕 M" panose="02020603020101020101" pitchFamily="18" charset="-127"/>
      <p:regular r:id="rId16"/>
    </p:embeddedFont>
    <p:embeddedFont>
      <p:font typeface="Rix모던명조 B" panose="02020603020101020101" pitchFamily="18" charset="-127"/>
      <p:regular r:id="rId17"/>
    </p:embeddedFont>
    <p:embeddedFont>
      <p:font typeface="맑은 고딕" panose="020B0503020000020004" pitchFamily="50" charset="-127"/>
      <p:regular r:id="rId18"/>
      <p:bold r:id="rId1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3972" autoAdjust="0"/>
  </p:normalViewPr>
  <p:slideViewPr>
    <p:cSldViewPr snapToGrid="0">
      <p:cViewPr varScale="1">
        <p:scale>
          <a:sx n="68" d="100"/>
          <a:sy n="68" d="100"/>
        </p:scale>
        <p:origin x="648" y="84"/>
      </p:cViewPr>
      <p:guideLst>
        <p:guide orient="horz" pos="213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-4002" y="-96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8163" cy="512763"/>
          </a:xfrm>
          <a:prstGeom prst="rect">
            <a:avLst/>
          </a:prstGeom>
        </p:spPr>
        <p:txBody>
          <a:bodyPr vert="horz" lIns="91424" tIns="45712" rIns="91424" bIns="4571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4313" y="2"/>
            <a:ext cx="3078162" cy="512763"/>
          </a:xfrm>
          <a:prstGeom prst="rect">
            <a:avLst/>
          </a:prstGeom>
        </p:spPr>
        <p:txBody>
          <a:bodyPr vert="horz" lIns="91424" tIns="45712" rIns="91424" bIns="45712" rtlCol="0"/>
          <a:lstStyle>
            <a:lvl1pPr algn="r">
              <a:defRPr sz="1200"/>
            </a:lvl1pPr>
          </a:lstStyle>
          <a:p>
            <a:fld id="{E166825A-ED3C-420C-9327-9C075F47485A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852"/>
            <a:ext cx="3078163" cy="512763"/>
          </a:xfrm>
          <a:prstGeom prst="rect">
            <a:avLst/>
          </a:prstGeom>
        </p:spPr>
        <p:txBody>
          <a:bodyPr vert="horz" lIns="91424" tIns="45712" rIns="91424" bIns="4571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4313" y="9721852"/>
            <a:ext cx="3078162" cy="512763"/>
          </a:xfrm>
          <a:prstGeom prst="rect">
            <a:avLst/>
          </a:prstGeom>
        </p:spPr>
        <p:txBody>
          <a:bodyPr vert="horz" lIns="91424" tIns="45712" rIns="91424" bIns="45712" rtlCol="0" anchor="b"/>
          <a:lstStyle>
            <a:lvl1pPr algn="r">
              <a:defRPr sz="1200"/>
            </a:lvl1pPr>
          </a:lstStyle>
          <a:p>
            <a:fld id="{0BFFB8C9-7789-4E6C-9EC5-682E110873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132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8428" cy="513508"/>
          </a:xfrm>
          <a:prstGeom prst="rect">
            <a:avLst/>
          </a:prstGeom>
        </p:spPr>
        <p:txBody>
          <a:bodyPr vert="horz" lIns="94641" tIns="47321" rIns="94641" bIns="4732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2"/>
            <a:ext cx="3078428" cy="513508"/>
          </a:xfrm>
          <a:prstGeom prst="rect">
            <a:avLst/>
          </a:prstGeom>
        </p:spPr>
        <p:txBody>
          <a:bodyPr vert="horz" lIns="94641" tIns="47321" rIns="94641" bIns="47321" rtlCol="0"/>
          <a:lstStyle>
            <a:lvl1pPr algn="r">
              <a:defRPr sz="1200"/>
            </a:lvl1pPr>
          </a:lstStyle>
          <a:p>
            <a:fld id="{782597F2-0C3F-472E-942C-F0680216029B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41" tIns="47321" rIns="94641" bIns="4732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9"/>
          </a:xfrm>
          <a:prstGeom prst="rect">
            <a:avLst/>
          </a:prstGeom>
        </p:spPr>
        <p:txBody>
          <a:bodyPr vert="horz" lIns="94641" tIns="47321" rIns="94641" bIns="4732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8"/>
            <a:ext cx="3078428" cy="513507"/>
          </a:xfrm>
          <a:prstGeom prst="rect">
            <a:avLst/>
          </a:prstGeom>
        </p:spPr>
        <p:txBody>
          <a:bodyPr vert="horz" lIns="94641" tIns="47321" rIns="94641" bIns="4732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8"/>
            <a:ext cx="3078428" cy="513507"/>
          </a:xfrm>
          <a:prstGeom prst="rect">
            <a:avLst/>
          </a:prstGeom>
        </p:spPr>
        <p:txBody>
          <a:bodyPr vert="horz" lIns="94641" tIns="47321" rIns="94641" bIns="47321" rtlCol="0" anchor="b"/>
          <a:lstStyle>
            <a:lvl1pPr algn="r">
              <a:defRPr sz="1200"/>
            </a:lvl1pPr>
          </a:lstStyle>
          <a:p>
            <a:fld id="{30C005C8-BD53-41EA-B159-BC12A6DFF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274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62A32-93BC-78BC-4EFE-F25014E2D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A5F5E97F-D220-1169-AB17-15CB3BF2EE2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6464884A-0047-FD5B-429D-B983FD287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6560D8CD-C36A-1964-6C4A-7617F5F24C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1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2320955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04A23-E249-EEA1-0534-8E7BEAFCF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645934E4-BA6E-6382-6583-6BD43D498DB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106EEB7A-CDCC-45EC-C536-47B670F21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E25FB0C5-10AA-BB3E-9EF1-141981C46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2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2807833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726FC-529B-0AC4-D32B-16A26A90E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B2A32772-760E-F067-C850-7FE467F810B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527FE206-1165-FFAC-7B74-FCDEA8E4E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A031A3DC-FCA4-1A32-ACFD-B9DCA37396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3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1045441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E7E0E-E0C8-3124-7E18-867CE8664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2EE2D08B-87B3-5DFB-FA3D-AD0F254319A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32E7B99B-3402-D1F5-B9DF-03E0E7334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EDE76778-BAE2-E36F-0158-2C39C992F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4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3448026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4136F-9FE9-CD9C-8F91-E9608C243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F374A97D-B496-4E55-F84D-B4AE372415D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E1F877AE-EC84-6E9C-5659-FD7515106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7C5C1766-D933-AC9A-6BA4-DDA2F3583D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5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3045848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8873C-5A00-43B9-62EB-F3E2393ED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A943DCAA-3420-FF24-9ABE-E47AEB5F8E3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9432D998-95B4-1A2C-FA1C-ADC9077F6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188EF64D-AC34-8315-B378-5E2158571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6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34171485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FC5AB-8EE5-962A-7707-0CDCAE3D5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D8AF7AAF-6B43-C29E-2D5F-44EDC5A701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08BCD780-FC04-714E-7732-2D1E8326D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6DECF271-9D0D-242C-8C20-6A87BA1084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7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6878705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59730-73CD-34E8-2905-900FD0695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120BF2E4-B9AC-A29D-5090-A95542CC138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0E208F01-DA71-892B-BA36-87FB32457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6FAF5CF2-8F06-71ED-5FEC-DB8B44239E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8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3595895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6D247-312B-B6B5-E57B-FCAD9995D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964F3EDD-3FD6-8109-07B2-0E8B71A3A4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0ACAE920-5EC9-52B1-92F4-30ED86DF9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41E33855-66E8-F554-251B-770A8EF0F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9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2822690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3662C-63C0-3559-5F41-F3DC3854D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7AD74B9D-7C71-4EEE-F793-05F88B7E3DD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AD0BF8AD-E2AC-BBEB-4922-6AA6C1DC5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458A825B-CFC5-B50C-2EF2-26D46B0DD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10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2636240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8666" y="1"/>
            <a:ext cx="11853333" cy="711200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tx2"/>
                </a:solidFill>
                <a:latin typeface="Rix모던명조 B" pitchFamily="18" charset="-127"/>
                <a:ea typeface="Rix모던명조 B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F2DC9F7A-CE87-4F2F-B819-ED60230A6616}" type="datetime1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116733" y="0"/>
            <a:ext cx="1075267" cy="694267"/>
          </a:xfrm>
          <a:prstGeom prst="rect">
            <a:avLst/>
          </a:prstGeom>
        </p:spPr>
        <p:txBody>
          <a:bodyPr/>
          <a:lstStyle/>
          <a:p>
            <a:fld id="{F5C6BE04-1001-4903-9B58-AE34FA26E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884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F2A7F7-198F-4CC5-81DA-04A92B1D0C9E}" type="datetime1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125200" y="0"/>
            <a:ext cx="1066800" cy="694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/>
              </a:defRPr>
            </a:lvl1pPr>
          </a:lstStyle>
          <a:p>
            <a:fld id="{3875FC6C-1516-4DC4-8C58-3090F7D4F00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86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37F0C-962E-7079-9A38-9CF4DD16D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E5210A9-808B-B63E-2B28-E41D57E8BF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>
                <a:solidFill>
                  <a:srgbClr val="44546A"/>
                </a:solidFill>
              </a:rPr>
              <a:t>채점강의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4B247C6-48DC-C28E-D137-D65D1FE5D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91A5816-F860-AFDA-6306-F91D855EA2A1}"/>
              </a:ext>
            </a:extLst>
          </p:cNvPr>
          <p:cNvSpPr/>
          <p:nvPr/>
        </p:nvSpPr>
        <p:spPr>
          <a:xfrm>
            <a:off x="1746250" y="3093126"/>
            <a:ext cx="1771650" cy="5689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답안 업로드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853F2F6-2B25-DA7A-4DC8-1ADB17615402}"/>
              </a:ext>
            </a:extLst>
          </p:cNvPr>
          <p:cNvSpPr/>
          <p:nvPr/>
        </p:nvSpPr>
        <p:spPr>
          <a:xfrm>
            <a:off x="3981450" y="3093126"/>
            <a:ext cx="1771650" cy="5689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답안 배정 및 </a:t>
            </a:r>
          </a:p>
          <a:p>
            <a:pPr algn="ctr"/>
            <a:r>
              <a:rPr lang="ko-KR" altLang="en-US" dirty="0"/>
              <a:t>채점 양식 제공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49B4E96-28EE-98F4-50AD-7CEE82BF897C}"/>
              </a:ext>
            </a:extLst>
          </p:cNvPr>
          <p:cNvSpPr/>
          <p:nvPr/>
        </p:nvSpPr>
        <p:spPr>
          <a:xfrm>
            <a:off x="6216650" y="3093126"/>
            <a:ext cx="1771650" cy="5689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채점 결과</a:t>
            </a:r>
            <a:endParaRPr lang="en-US" altLang="ko-KR" dirty="0"/>
          </a:p>
          <a:p>
            <a:pPr algn="ctr"/>
            <a:r>
              <a:rPr lang="ko-KR" altLang="en-US" dirty="0"/>
              <a:t>업로드</a:t>
            </a:r>
            <a:endParaRPr lang="en-US" altLang="ko-KR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4BAF49-5A82-6944-6B50-37DC47ED39C6}"/>
              </a:ext>
            </a:extLst>
          </p:cNvPr>
          <p:cNvSpPr/>
          <p:nvPr/>
        </p:nvSpPr>
        <p:spPr>
          <a:xfrm>
            <a:off x="8374380" y="3093126"/>
            <a:ext cx="1771650" cy="5689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통계 분석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57114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090F1-3BD3-A4FF-72D4-4594F0DED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13D447B-93E9-AF6F-1B7C-2241D6D288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>
                <a:solidFill>
                  <a:srgbClr val="44546A"/>
                </a:solidFill>
              </a:rPr>
              <a:t>채점강의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37C38C4-1D9F-3613-668F-7BF57D420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2</a:t>
            </a:fld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C4EB030-B96E-4828-DDA2-19DD007EB3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502097"/>
              </p:ext>
            </p:extLst>
          </p:nvPr>
        </p:nvGraphicFramePr>
        <p:xfrm>
          <a:off x="588684" y="1506071"/>
          <a:ext cx="11020610" cy="435684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102061">
                  <a:extLst>
                    <a:ext uri="{9D8B030D-6E8A-4147-A177-3AD203B41FA5}">
                      <a16:colId xmlns:a16="http://schemas.microsoft.com/office/drawing/2014/main" val="3752544374"/>
                    </a:ext>
                  </a:extLst>
                </a:gridCol>
                <a:gridCol w="1102061">
                  <a:extLst>
                    <a:ext uri="{9D8B030D-6E8A-4147-A177-3AD203B41FA5}">
                      <a16:colId xmlns:a16="http://schemas.microsoft.com/office/drawing/2014/main" val="3956720741"/>
                    </a:ext>
                  </a:extLst>
                </a:gridCol>
                <a:gridCol w="1102061">
                  <a:extLst>
                    <a:ext uri="{9D8B030D-6E8A-4147-A177-3AD203B41FA5}">
                      <a16:colId xmlns:a16="http://schemas.microsoft.com/office/drawing/2014/main" val="1712061679"/>
                    </a:ext>
                  </a:extLst>
                </a:gridCol>
                <a:gridCol w="1102061">
                  <a:extLst>
                    <a:ext uri="{9D8B030D-6E8A-4147-A177-3AD203B41FA5}">
                      <a16:colId xmlns:a16="http://schemas.microsoft.com/office/drawing/2014/main" val="173289543"/>
                    </a:ext>
                  </a:extLst>
                </a:gridCol>
                <a:gridCol w="1102061">
                  <a:extLst>
                    <a:ext uri="{9D8B030D-6E8A-4147-A177-3AD203B41FA5}">
                      <a16:colId xmlns:a16="http://schemas.microsoft.com/office/drawing/2014/main" val="2492188075"/>
                    </a:ext>
                  </a:extLst>
                </a:gridCol>
                <a:gridCol w="1102061">
                  <a:extLst>
                    <a:ext uri="{9D8B030D-6E8A-4147-A177-3AD203B41FA5}">
                      <a16:colId xmlns:a16="http://schemas.microsoft.com/office/drawing/2014/main" val="620167379"/>
                    </a:ext>
                  </a:extLst>
                </a:gridCol>
                <a:gridCol w="1102061">
                  <a:extLst>
                    <a:ext uri="{9D8B030D-6E8A-4147-A177-3AD203B41FA5}">
                      <a16:colId xmlns:a16="http://schemas.microsoft.com/office/drawing/2014/main" val="3301723324"/>
                    </a:ext>
                  </a:extLst>
                </a:gridCol>
                <a:gridCol w="1102061">
                  <a:extLst>
                    <a:ext uri="{9D8B030D-6E8A-4147-A177-3AD203B41FA5}">
                      <a16:colId xmlns:a16="http://schemas.microsoft.com/office/drawing/2014/main" val="3128529611"/>
                    </a:ext>
                  </a:extLst>
                </a:gridCol>
                <a:gridCol w="1110430">
                  <a:extLst>
                    <a:ext uri="{9D8B030D-6E8A-4147-A177-3AD203B41FA5}">
                      <a16:colId xmlns:a16="http://schemas.microsoft.com/office/drawing/2014/main" val="3462407731"/>
                    </a:ext>
                  </a:extLst>
                </a:gridCol>
                <a:gridCol w="1093692">
                  <a:extLst>
                    <a:ext uri="{9D8B030D-6E8A-4147-A177-3AD203B41FA5}">
                      <a16:colId xmlns:a16="http://schemas.microsoft.com/office/drawing/2014/main" val="246126180"/>
                    </a:ext>
                  </a:extLst>
                </a:gridCol>
              </a:tblGrid>
              <a:tr h="21784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9757561"/>
                  </a:ext>
                </a:extLst>
              </a:tr>
              <a:tr h="21784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9116703"/>
                  </a:ext>
                </a:extLst>
              </a:tr>
            </a:tbl>
          </a:graphicData>
        </a:graphic>
      </p:graphicFrame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58C3AA7-BBF9-436D-5BB3-140309BBD5EE}"/>
              </a:ext>
            </a:extLst>
          </p:cNvPr>
          <p:cNvSpPr/>
          <p:nvPr/>
        </p:nvSpPr>
        <p:spPr>
          <a:xfrm>
            <a:off x="338665" y="710602"/>
            <a:ext cx="1771650" cy="5689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답안 업로드</a:t>
            </a:r>
          </a:p>
        </p:txBody>
      </p:sp>
    </p:spTree>
    <p:extLst>
      <p:ext uri="{BB962C8B-B14F-4D97-AF65-F5344CB8AC3E}">
        <p14:creationId xmlns:p14="http://schemas.microsoft.com/office/powerpoint/2010/main" val="3183146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337AB-255A-B119-E482-C5C8FF3AD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D994B58-35C5-623D-46BF-64AF861E6B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>
                <a:solidFill>
                  <a:srgbClr val="44546A"/>
                </a:solidFill>
              </a:rPr>
              <a:t>채점강의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B4AF718-42D8-5286-6953-A287C7315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0D95EF-4746-3234-385A-B2FA47265382}"/>
              </a:ext>
            </a:extLst>
          </p:cNvPr>
          <p:cNvSpPr txBox="1"/>
          <p:nvPr/>
        </p:nvSpPr>
        <p:spPr>
          <a:xfrm>
            <a:off x="272145" y="840018"/>
            <a:ext cx="3919662" cy="10587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AutoNum type="arabicPeriod"/>
            </a:pP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PDF, JPEG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등을 통해 업로드한다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업로드된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파일이 인식 불가능한 경우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재업로드를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요구한다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업로드된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파일의 순서를 조정한 후 제출할 수 있는 기회를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1,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2,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3,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4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에 대한 순서 및 답안지 매수를 조정할 수 있도록 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9278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F8F4F-DEB8-708F-EDF6-12111B433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197A2AF-CA47-0FA8-3731-11B1260C36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>
                <a:solidFill>
                  <a:srgbClr val="44546A"/>
                </a:solidFill>
              </a:rPr>
              <a:t>채점강의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DFF7BE3-FDCE-7DE2-60AB-1469F1D35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E31225D-D1D1-C163-6BAE-2E3C1C26FE63}"/>
              </a:ext>
            </a:extLst>
          </p:cNvPr>
          <p:cNvSpPr/>
          <p:nvPr/>
        </p:nvSpPr>
        <p:spPr>
          <a:xfrm>
            <a:off x="338665" y="710602"/>
            <a:ext cx="1771650" cy="5689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답안 배정 및 </a:t>
            </a:r>
            <a:endParaRPr lang="en-US" altLang="ko-KR" dirty="0"/>
          </a:p>
          <a:p>
            <a:pPr algn="ctr"/>
            <a:r>
              <a:rPr lang="ko-KR" altLang="en-US" dirty="0"/>
              <a:t>채점 양식 제공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BFBC146-C243-8053-5EC3-80B27772EA6E}"/>
              </a:ext>
            </a:extLst>
          </p:cNvPr>
          <p:cNvGrpSpPr/>
          <p:nvPr/>
        </p:nvGrpSpPr>
        <p:grpSpPr>
          <a:xfrm>
            <a:off x="600891" y="1971727"/>
            <a:ext cx="4212771" cy="4247097"/>
            <a:chOff x="600891" y="1004172"/>
            <a:chExt cx="4212771" cy="5359621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118557DC-8093-FAF2-F85E-F130504D90B4}"/>
                </a:ext>
              </a:extLst>
            </p:cNvPr>
            <p:cNvSpPr/>
            <p:nvPr/>
          </p:nvSpPr>
          <p:spPr>
            <a:xfrm>
              <a:off x="600891" y="1004172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EFD132E1-BEE4-26B0-B4C6-F9F6D7DDF14B}"/>
                </a:ext>
              </a:extLst>
            </p:cNvPr>
            <p:cNvSpPr/>
            <p:nvPr/>
          </p:nvSpPr>
          <p:spPr>
            <a:xfrm>
              <a:off x="600891" y="1546281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BBC0A93B-E697-0AA0-6F8F-D703796CBFB4}"/>
                </a:ext>
              </a:extLst>
            </p:cNvPr>
            <p:cNvSpPr/>
            <p:nvPr/>
          </p:nvSpPr>
          <p:spPr>
            <a:xfrm>
              <a:off x="600891" y="2088390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/>
                <a:t>3</a:t>
              </a:r>
              <a:endParaRPr lang="ko-KR" altLang="en-US" sz="1400" dirty="0"/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17AADA1A-3EB2-1400-8D19-6B3985859947}"/>
                </a:ext>
              </a:extLst>
            </p:cNvPr>
            <p:cNvSpPr/>
            <p:nvPr/>
          </p:nvSpPr>
          <p:spPr>
            <a:xfrm>
              <a:off x="600891" y="2630499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/>
                <a:t>4</a:t>
              </a:r>
              <a:endParaRPr lang="ko-KR" altLang="en-US" sz="1400" dirty="0"/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0EF05030-78E9-6194-E280-6469ED79FB5F}"/>
                </a:ext>
              </a:extLst>
            </p:cNvPr>
            <p:cNvSpPr/>
            <p:nvPr/>
          </p:nvSpPr>
          <p:spPr>
            <a:xfrm>
              <a:off x="600891" y="3172608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/>
                <a:t>5</a:t>
              </a:r>
              <a:endParaRPr lang="ko-KR" altLang="en-US" sz="1400" dirty="0"/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9AC03EB0-D570-E30C-C2AC-ECB08760BB0D}"/>
                </a:ext>
              </a:extLst>
            </p:cNvPr>
            <p:cNvSpPr/>
            <p:nvPr/>
          </p:nvSpPr>
          <p:spPr>
            <a:xfrm>
              <a:off x="600891" y="3714717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/>
                <a:t>6</a:t>
              </a:r>
              <a:endParaRPr lang="ko-KR" altLang="en-US" sz="1400" dirty="0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B220D1C5-B5B6-333A-07C9-C19BC789513A}"/>
                </a:ext>
              </a:extLst>
            </p:cNvPr>
            <p:cNvSpPr/>
            <p:nvPr/>
          </p:nvSpPr>
          <p:spPr>
            <a:xfrm>
              <a:off x="600891" y="4256826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/>
                <a:t>7</a:t>
              </a:r>
              <a:endParaRPr lang="ko-KR" altLang="en-US" sz="1400" dirty="0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7CBFEBE9-747C-EC4A-2ABB-F599389AD179}"/>
                </a:ext>
              </a:extLst>
            </p:cNvPr>
            <p:cNvSpPr/>
            <p:nvPr/>
          </p:nvSpPr>
          <p:spPr>
            <a:xfrm>
              <a:off x="600891" y="4798935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/>
                <a:t>8</a:t>
              </a:r>
              <a:endParaRPr lang="ko-KR" altLang="en-US" sz="1400" dirty="0"/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2E9C2118-BF2E-7CFE-BDAF-734C2977BA84}"/>
                </a:ext>
              </a:extLst>
            </p:cNvPr>
            <p:cNvSpPr/>
            <p:nvPr/>
          </p:nvSpPr>
          <p:spPr>
            <a:xfrm>
              <a:off x="600891" y="5341044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/>
                <a:t>9</a:t>
              </a:r>
              <a:endParaRPr lang="ko-KR" altLang="en-US" sz="1400" dirty="0"/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5F38AD94-4676-A7A5-06FD-864B0D23ED87}"/>
                </a:ext>
              </a:extLst>
            </p:cNvPr>
            <p:cNvSpPr/>
            <p:nvPr/>
          </p:nvSpPr>
          <p:spPr>
            <a:xfrm>
              <a:off x="600891" y="5883153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/>
                <a:t>10</a:t>
              </a:r>
              <a:endParaRPr lang="ko-KR" altLang="en-US" sz="1400" dirty="0"/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3565CF70-DE89-C4EE-8C7B-2A4B8DEA08A0}"/>
                </a:ext>
              </a:extLst>
            </p:cNvPr>
            <p:cNvSpPr/>
            <p:nvPr/>
          </p:nvSpPr>
          <p:spPr>
            <a:xfrm>
              <a:off x="1319348" y="1004172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1-1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B8AD8463-E1B7-043B-8435-12C6E6FBCF4A}"/>
                </a:ext>
              </a:extLst>
            </p:cNvPr>
            <p:cNvSpPr/>
            <p:nvPr/>
          </p:nvSpPr>
          <p:spPr>
            <a:xfrm>
              <a:off x="1319348" y="1546281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2-1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AF1514AA-AD39-7948-2003-4FA1914E6DB8}"/>
                </a:ext>
              </a:extLst>
            </p:cNvPr>
            <p:cNvSpPr/>
            <p:nvPr/>
          </p:nvSpPr>
          <p:spPr>
            <a:xfrm>
              <a:off x="1319348" y="2088390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3-1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648C1D9C-76A1-ABEC-FD24-01A5EB9ABC8F}"/>
                </a:ext>
              </a:extLst>
            </p:cNvPr>
            <p:cNvSpPr/>
            <p:nvPr/>
          </p:nvSpPr>
          <p:spPr>
            <a:xfrm>
              <a:off x="1319348" y="2630499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4-1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0C80F474-AECA-942A-15C3-95B8E2E2C0B4}"/>
                </a:ext>
              </a:extLst>
            </p:cNvPr>
            <p:cNvSpPr/>
            <p:nvPr/>
          </p:nvSpPr>
          <p:spPr>
            <a:xfrm>
              <a:off x="1319348" y="3172608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5-1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2051219C-0311-FFA6-4908-5A63AD55BD03}"/>
                </a:ext>
              </a:extLst>
            </p:cNvPr>
            <p:cNvSpPr/>
            <p:nvPr/>
          </p:nvSpPr>
          <p:spPr>
            <a:xfrm>
              <a:off x="1319348" y="3714717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6-1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979D2DAE-AC7D-0446-974C-4F72A908FFB5}"/>
                </a:ext>
              </a:extLst>
            </p:cNvPr>
            <p:cNvSpPr/>
            <p:nvPr/>
          </p:nvSpPr>
          <p:spPr>
            <a:xfrm>
              <a:off x="1319348" y="4256826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7-1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90D319BE-0C6D-5A57-1920-52EC5C2C1498}"/>
                </a:ext>
              </a:extLst>
            </p:cNvPr>
            <p:cNvSpPr/>
            <p:nvPr/>
          </p:nvSpPr>
          <p:spPr>
            <a:xfrm>
              <a:off x="1319348" y="4798935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8-1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4D902410-E151-10B6-6FDD-0A95D9D5CF5E}"/>
                </a:ext>
              </a:extLst>
            </p:cNvPr>
            <p:cNvSpPr/>
            <p:nvPr/>
          </p:nvSpPr>
          <p:spPr>
            <a:xfrm>
              <a:off x="1319348" y="5341044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9-1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A6B8432C-229B-8248-EA5E-C69AC8E59CB8}"/>
                </a:ext>
              </a:extLst>
            </p:cNvPr>
            <p:cNvSpPr/>
            <p:nvPr/>
          </p:nvSpPr>
          <p:spPr>
            <a:xfrm>
              <a:off x="1319348" y="5883153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10-1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BB43BE56-9775-D984-4466-0173C68F69AE}"/>
                </a:ext>
              </a:extLst>
            </p:cNvPr>
            <p:cNvSpPr/>
            <p:nvPr/>
          </p:nvSpPr>
          <p:spPr>
            <a:xfrm>
              <a:off x="2037805" y="1004172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1-2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95BB1368-3C9B-6858-98E6-F8A1F59016F8}"/>
                </a:ext>
              </a:extLst>
            </p:cNvPr>
            <p:cNvSpPr/>
            <p:nvPr/>
          </p:nvSpPr>
          <p:spPr>
            <a:xfrm>
              <a:off x="2037805" y="1546281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2-2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2D2A86B5-46E1-23D0-5C87-0344D6572830}"/>
                </a:ext>
              </a:extLst>
            </p:cNvPr>
            <p:cNvSpPr/>
            <p:nvPr/>
          </p:nvSpPr>
          <p:spPr>
            <a:xfrm>
              <a:off x="2037805" y="2088390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3-2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B85F5145-559A-06D0-07FD-390DB6E3F190}"/>
                </a:ext>
              </a:extLst>
            </p:cNvPr>
            <p:cNvSpPr/>
            <p:nvPr/>
          </p:nvSpPr>
          <p:spPr>
            <a:xfrm>
              <a:off x="2037805" y="2630499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4-2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B64BAA28-586C-B3CC-47CE-AC193CD1A797}"/>
                </a:ext>
              </a:extLst>
            </p:cNvPr>
            <p:cNvSpPr/>
            <p:nvPr/>
          </p:nvSpPr>
          <p:spPr>
            <a:xfrm>
              <a:off x="2037805" y="3172608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5-2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BF55D9B7-BA6E-1FEC-F8D3-1D2F131EC59B}"/>
                </a:ext>
              </a:extLst>
            </p:cNvPr>
            <p:cNvSpPr/>
            <p:nvPr/>
          </p:nvSpPr>
          <p:spPr>
            <a:xfrm>
              <a:off x="2037805" y="3714717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6-2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306C6D4D-D17D-8A64-160A-A8857C143983}"/>
                </a:ext>
              </a:extLst>
            </p:cNvPr>
            <p:cNvSpPr/>
            <p:nvPr/>
          </p:nvSpPr>
          <p:spPr>
            <a:xfrm>
              <a:off x="2037805" y="4256826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7-2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7756BC4F-A06E-121E-3990-166578E8E060}"/>
                </a:ext>
              </a:extLst>
            </p:cNvPr>
            <p:cNvSpPr/>
            <p:nvPr/>
          </p:nvSpPr>
          <p:spPr>
            <a:xfrm>
              <a:off x="2037805" y="4798935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8-2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B2ABDECD-04E7-7047-8E8B-2A02381D39EE}"/>
                </a:ext>
              </a:extLst>
            </p:cNvPr>
            <p:cNvSpPr/>
            <p:nvPr/>
          </p:nvSpPr>
          <p:spPr>
            <a:xfrm>
              <a:off x="2037805" y="5341044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9-2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72CA26E7-DFA7-E16D-4DC4-E785B8A0B79C}"/>
                </a:ext>
              </a:extLst>
            </p:cNvPr>
            <p:cNvSpPr/>
            <p:nvPr/>
          </p:nvSpPr>
          <p:spPr>
            <a:xfrm>
              <a:off x="2037805" y="5883153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10-2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B17C17DE-FC23-2D38-841C-D18D5FA02807}"/>
                </a:ext>
              </a:extLst>
            </p:cNvPr>
            <p:cNvSpPr/>
            <p:nvPr/>
          </p:nvSpPr>
          <p:spPr>
            <a:xfrm>
              <a:off x="2756262" y="1004172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1-3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F89A5A2E-5799-E997-8EE1-E8F7008725FB}"/>
                </a:ext>
              </a:extLst>
            </p:cNvPr>
            <p:cNvSpPr/>
            <p:nvPr/>
          </p:nvSpPr>
          <p:spPr>
            <a:xfrm>
              <a:off x="2756262" y="1546281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2-3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C744946F-50AF-1C14-87D2-C9E3DFD021F6}"/>
                </a:ext>
              </a:extLst>
            </p:cNvPr>
            <p:cNvSpPr/>
            <p:nvPr/>
          </p:nvSpPr>
          <p:spPr>
            <a:xfrm>
              <a:off x="2756262" y="2088390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3-3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00831615-429E-0FE5-224A-5F14075BC60F}"/>
                </a:ext>
              </a:extLst>
            </p:cNvPr>
            <p:cNvSpPr/>
            <p:nvPr/>
          </p:nvSpPr>
          <p:spPr>
            <a:xfrm>
              <a:off x="2756262" y="2630499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4-3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BA124FDC-A699-1F37-8562-59D9AC65992F}"/>
                </a:ext>
              </a:extLst>
            </p:cNvPr>
            <p:cNvSpPr/>
            <p:nvPr/>
          </p:nvSpPr>
          <p:spPr>
            <a:xfrm>
              <a:off x="2756262" y="3172608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5-3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DD840A8E-7C43-55FF-7E1A-084CA4D9ABC9}"/>
                </a:ext>
              </a:extLst>
            </p:cNvPr>
            <p:cNvSpPr/>
            <p:nvPr/>
          </p:nvSpPr>
          <p:spPr>
            <a:xfrm>
              <a:off x="2756262" y="3714717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6-3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682663A6-7FF4-E774-F31D-E51FBC85A1E4}"/>
                </a:ext>
              </a:extLst>
            </p:cNvPr>
            <p:cNvSpPr/>
            <p:nvPr/>
          </p:nvSpPr>
          <p:spPr>
            <a:xfrm>
              <a:off x="2756262" y="4256826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7-3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E774C324-404D-5B20-BAFB-795FBEFF7F47}"/>
                </a:ext>
              </a:extLst>
            </p:cNvPr>
            <p:cNvSpPr/>
            <p:nvPr/>
          </p:nvSpPr>
          <p:spPr>
            <a:xfrm>
              <a:off x="2756262" y="4798935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8-3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9F81CED0-E318-0FB6-B12F-91492ED9CBEE}"/>
                </a:ext>
              </a:extLst>
            </p:cNvPr>
            <p:cNvSpPr/>
            <p:nvPr/>
          </p:nvSpPr>
          <p:spPr>
            <a:xfrm>
              <a:off x="2756262" y="5341044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9-3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D6498552-25BB-3EC0-E06E-C0714FDF26C6}"/>
                </a:ext>
              </a:extLst>
            </p:cNvPr>
            <p:cNvSpPr/>
            <p:nvPr/>
          </p:nvSpPr>
          <p:spPr>
            <a:xfrm>
              <a:off x="2756262" y="5883153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10-3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BB48A0FB-2B43-5030-0BF2-F1A38C4D7310}"/>
                </a:ext>
              </a:extLst>
            </p:cNvPr>
            <p:cNvSpPr/>
            <p:nvPr/>
          </p:nvSpPr>
          <p:spPr>
            <a:xfrm>
              <a:off x="3474719" y="1004172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1-4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B525502C-7D08-06D4-7B37-29D0CCAD2C80}"/>
                </a:ext>
              </a:extLst>
            </p:cNvPr>
            <p:cNvSpPr/>
            <p:nvPr/>
          </p:nvSpPr>
          <p:spPr>
            <a:xfrm>
              <a:off x="3474719" y="1546281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2-4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2B66266B-43C3-AFFF-5EC2-F2F873A710A7}"/>
                </a:ext>
              </a:extLst>
            </p:cNvPr>
            <p:cNvSpPr/>
            <p:nvPr/>
          </p:nvSpPr>
          <p:spPr>
            <a:xfrm>
              <a:off x="3474719" y="2088390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3-4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A31A1348-EF92-2646-B973-F28E0BBC6197}"/>
                </a:ext>
              </a:extLst>
            </p:cNvPr>
            <p:cNvSpPr/>
            <p:nvPr/>
          </p:nvSpPr>
          <p:spPr>
            <a:xfrm>
              <a:off x="3474719" y="2630499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4-4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8B92AEF7-A38C-22F1-F9F6-4CB682DBC25E}"/>
                </a:ext>
              </a:extLst>
            </p:cNvPr>
            <p:cNvSpPr/>
            <p:nvPr/>
          </p:nvSpPr>
          <p:spPr>
            <a:xfrm>
              <a:off x="3474719" y="3172608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5-4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5664DCDC-3555-2D9C-ABD6-B3CFF4F6D067}"/>
                </a:ext>
              </a:extLst>
            </p:cNvPr>
            <p:cNvSpPr/>
            <p:nvPr/>
          </p:nvSpPr>
          <p:spPr>
            <a:xfrm>
              <a:off x="3474719" y="3714717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6-4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D7C111DD-2EDD-D762-487C-FC2D799BE7C7}"/>
                </a:ext>
              </a:extLst>
            </p:cNvPr>
            <p:cNvSpPr/>
            <p:nvPr/>
          </p:nvSpPr>
          <p:spPr>
            <a:xfrm>
              <a:off x="3474719" y="4256826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7-4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3FF7650E-2FBF-5A41-E1F8-8EA76924E190}"/>
                </a:ext>
              </a:extLst>
            </p:cNvPr>
            <p:cNvSpPr/>
            <p:nvPr/>
          </p:nvSpPr>
          <p:spPr>
            <a:xfrm>
              <a:off x="3474719" y="4798935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8-4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741E354E-DFA9-4E3F-4021-F300FF3540CD}"/>
                </a:ext>
              </a:extLst>
            </p:cNvPr>
            <p:cNvSpPr/>
            <p:nvPr/>
          </p:nvSpPr>
          <p:spPr>
            <a:xfrm>
              <a:off x="3474719" y="5341044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9-4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E11C3F93-272C-E1CE-56AA-52E04C9A1FE2}"/>
                </a:ext>
              </a:extLst>
            </p:cNvPr>
            <p:cNvSpPr/>
            <p:nvPr/>
          </p:nvSpPr>
          <p:spPr>
            <a:xfrm>
              <a:off x="3474719" y="5883153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10-4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265C2EBE-46C7-DC29-12EC-6916E66C6B3B}"/>
                </a:ext>
              </a:extLst>
            </p:cNvPr>
            <p:cNvSpPr/>
            <p:nvPr/>
          </p:nvSpPr>
          <p:spPr>
            <a:xfrm>
              <a:off x="4193176" y="1004172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1-5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41334267-23B5-D467-F9A8-8DF173ED403F}"/>
                </a:ext>
              </a:extLst>
            </p:cNvPr>
            <p:cNvSpPr/>
            <p:nvPr/>
          </p:nvSpPr>
          <p:spPr>
            <a:xfrm>
              <a:off x="4193176" y="1546281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2-5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E76BB3A6-4CCD-9AC7-48E2-08162031424B}"/>
                </a:ext>
              </a:extLst>
            </p:cNvPr>
            <p:cNvSpPr/>
            <p:nvPr/>
          </p:nvSpPr>
          <p:spPr>
            <a:xfrm>
              <a:off x="4193176" y="2088390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3-5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867BBAC1-0FC3-245B-FACB-30C6004E0DA2}"/>
                </a:ext>
              </a:extLst>
            </p:cNvPr>
            <p:cNvSpPr/>
            <p:nvPr/>
          </p:nvSpPr>
          <p:spPr>
            <a:xfrm>
              <a:off x="4193176" y="2630499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4-5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AA75F363-5660-2C99-3059-021C0EDD9C1F}"/>
                </a:ext>
              </a:extLst>
            </p:cNvPr>
            <p:cNvSpPr/>
            <p:nvPr/>
          </p:nvSpPr>
          <p:spPr>
            <a:xfrm>
              <a:off x="4193176" y="3172608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5-5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1" name="사각형: 둥근 모서리 60">
              <a:extLst>
                <a:ext uri="{FF2B5EF4-FFF2-40B4-BE49-F238E27FC236}">
                  <a16:creationId xmlns:a16="http://schemas.microsoft.com/office/drawing/2014/main" id="{48F69FA6-6BCF-D01F-8F84-62599B92EFF0}"/>
                </a:ext>
              </a:extLst>
            </p:cNvPr>
            <p:cNvSpPr/>
            <p:nvPr/>
          </p:nvSpPr>
          <p:spPr>
            <a:xfrm>
              <a:off x="4193176" y="3714717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6-5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9160DA2D-318E-46DC-51C3-5691D28BCAF8}"/>
                </a:ext>
              </a:extLst>
            </p:cNvPr>
            <p:cNvSpPr/>
            <p:nvPr/>
          </p:nvSpPr>
          <p:spPr>
            <a:xfrm>
              <a:off x="4193176" y="4256826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7-5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CF231D53-979C-51AE-EABE-C4A598041902}"/>
                </a:ext>
              </a:extLst>
            </p:cNvPr>
            <p:cNvSpPr/>
            <p:nvPr/>
          </p:nvSpPr>
          <p:spPr>
            <a:xfrm>
              <a:off x="4193176" y="4798935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8-5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096" name="사각형: 둥근 모서리 4095">
              <a:extLst>
                <a:ext uri="{FF2B5EF4-FFF2-40B4-BE49-F238E27FC236}">
                  <a16:creationId xmlns:a16="http://schemas.microsoft.com/office/drawing/2014/main" id="{057DEF47-84D5-9126-0EC5-B5E5EB6C112D}"/>
                </a:ext>
              </a:extLst>
            </p:cNvPr>
            <p:cNvSpPr/>
            <p:nvPr/>
          </p:nvSpPr>
          <p:spPr>
            <a:xfrm>
              <a:off x="4193176" y="5341044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9-5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097" name="사각형: 둥근 모서리 4096">
              <a:extLst>
                <a:ext uri="{FF2B5EF4-FFF2-40B4-BE49-F238E27FC236}">
                  <a16:creationId xmlns:a16="http://schemas.microsoft.com/office/drawing/2014/main" id="{90BC088F-1249-01F3-EA56-6ED918CAE003}"/>
                </a:ext>
              </a:extLst>
            </p:cNvPr>
            <p:cNvSpPr/>
            <p:nvPr/>
          </p:nvSpPr>
          <p:spPr>
            <a:xfrm>
              <a:off x="4193176" y="5883153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10-5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4099" name="사각형: 둥근 모서리 4098">
            <a:extLst>
              <a:ext uri="{FF2B5EF4-FFF2-40B4-BE49-F238E27FC236}">
                <a16:creationId xmlns:a16="http://schemas.microsoft.com/office/drawing/2014/main" id="{E08BF93F-74F0-1F36-EE81-9281D4DA0C32}"/>
              </a:ext>
            </a:extLst>
          </p:cNvPr>
          <p:cNvSpPr/>
          <p:nvPr/>
        </p:nvSpPr>
        <p:spPr>
          <a:xfrm>
            <a:off x="7264583" y="1971727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100" name="사각형: 둥근 모서리 4099">
            <a:extLst>
              <a:ext uri="{FF2B5EF4-FFF2-40B4-BE49-F238E27FC236}">
                <a16:creationId xmlns:a16="http://schemas.microsoft.com/office/drawing/2014/main" id="{ED44FED3-53C2-65C8-C513-31DDE8A8DCC1}"/>
              </a:ext>
            </a:extLst>
          </p:cNvPr>
          <p:cNvSpPr/>
          <p:nvPr/>
        </p:nvSpPr>
        <p:spPr>
          <a:xfrm>
            <a:off x="7264583" y="2401308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4101" name="사각형: 둥근 모서리 4100">
            <a:extLst>
              <a:ext uri="{FF2B5EF4-FFF2-40B4-BE49-F238E27FC236}">
                <a16:creationId xmlns:a16="http://schemas.microsoft.com/office/drawing/2014/main" id="{4C12902A-7A71-95FC-3EE0-596FEFE82848}"/>
              </a:ext>
            </a:extLst>
          </p:cNvPr>
          <p:cNvSpPr/>
          <p:nvPr/>
        </p:nvSpPr>
        <p:spPr>
          <a:xfrm>
            <a:off x="7264583" y="2830888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4102" name="사각형: 둥근 모서리 4101">
            <a:extLst>
              <a:ext uri="{FF2B5EF4-FFF2-40B4-BE49-F238E27FC236}">
                <a16:creationId xmlns:a16="http://schemas.microsoft.com/office/drawing/2014/main" id="{5F8E26DD-52A5-2650-937B-E0A34D371072}"/>
              </a:ext>
            </a:extLst>
          </p:cNvPr>
          <p:cNvSpPr/>
          <p:nvPr/>
        </p:nvSpPr>
        <p:spPr>
          <a:xfrm>
            <a:off x="7264583" y="3260469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4103" name="사각형: 둥근 모서리 4102">
            <a:extLst>
              <a:ext uri="{FF2B5EF4-FFF2-40B4-BE49-F238E27FC236}">
                <a16:creationId xmlns:a16="http://schemas.microsoft.com/office/drawing/2014/main" id="{C0378072-510F-2EC5-FE30-44A900FB7B34}"/>
              </a:ext>
            </a:extLst>
          </p:cNvPr>
          <p:cNvSpPr/>
          <p:nvPr/>
        </p:nvSpPr>
        <p:spPr>
          <a:xfrm>
            <a:off x="7264583" y="3690050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/>
              <a:t>5</a:t>
            </a:r>
            <a:endParaRPr lang="ko-KR" altLang="en-US" sz="1400" dirty="0"/>
          </a:p>
        </p:txBody>
      </p:sp>
      <p:sp>
        <p:nvSpPr>
          <p:cNvPr id="4104" name="사각형: 둥근 모서리 4103">
            <a:extLst>
              <a:ext uri="{FF2B5EF4-FFF2-40B4-BE49-F238E27FC236}">
                <a16:creationId xmlns:a16="http://schemas.microsoft.com/office/drawing/2014/main" id="{38397F9A-0B51-5181-79A3-8DF70972799D}"/>
              </a:ext>
            </a:extLst>
          </p:cNvPr>
          <p:cNvSpPr/>
          <p:nvPr/>
        </p:nvSpPr>
        <p:spPr>
          <a:xfrm>
            <a:off x="7264583" y="4119630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/>
              <a:t>6</a:t>
            </a:r>
            <a:endParaRPr lang="ko-KR" altLang="en-US" sz="1400" dirty="0"/>
          </a:p>
        </p:txBody>
      </p:sp>
      <p:sp>
        <p:nvSpPr>
          <p:cNvPr id="4105" name="사각형: 둥근 모서리 4104">
            <a:extLst>
              <a:ext uri="{FF2B5EF4-FFF2-40B4-BE49-F238E27FC236}">
                <a16:creationId xmlns:a16="http://schemas.microsoft.com/office/drawing/2014/main" id="{C8832610-584A-C00F-4DF1-8AE4835C3B5B}"/>
              </a:ext>
            </a:extLst>
          </p:cNvPr>
          <p:cNvSpPr/>
          <p:nvPr/>
        </p:nvSpPr>
        <p:spPr>
          <a:xfrm>
            <a:off x="7264583" y="4549211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/>
              <a:t>7</a:t>
            </a:r>
            <a:endParaRPr lang="ko-KR" altLang="en-US" sz="1400" dirty="0"/>
          </a:p>
        </p:txBody>
      </p:sp>
      <p:sp>
        <p:nvSpPr>
          <p:cNvPr id="4106" name="사각형: 둥근 모서리 4105">
            <a:extLst>
              <a:ext uri="{FF2B5EF4-FFF2-40B4-BE49-F238E27FC236}">
                <a16:creationId xmlns:a16="http://schemas.microsoft.com/office/drawing/2014/main" id="{DCE2E521-5E3E-D8E4-98D9-CDC64A49D1D6}"/>
              </a:ext>
            </a:extLst>
          </p:cNvPr>
          <p:cNvSpPr/>
          <p:nvPr/>
        </p:nvSpPr>
        <p:spPr>
          <a:xfrm>
            <a:off x="7264583" y="4978792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/>
              <a:t>8</a:t>
            </a:r>
            <a:endParaRPr lang="ko-KR" altLang="en-US" sz="1400" dirty="0"/>
          </a:p>
        </p:txBody>
      </p:sp>
      <p:sp>
        <p:nvSpPr>
          <p:cNvPr id="4107" name="사각형: 둥근 모서리 4106">
            <a:extLst>
              <a:ext uri="{FF2B5EF4-FFF2-40B4-BE49-F238E27FC236}">
                <a16:creationId xmlns:a16="http://schemas.microsoft.com/office/drawing/2014/main" id="{C2BFCF88-716C-D0C6-F66C-9B30898B9A6E}"/>
              </a:ext>
            </a:extLst>
          </p:cNvPr>
          <p:cNvSpPr/>
          <p:nvPr/>
        </p:nvSpPr>
        <p:spPr>
          <a:xfrm>
            <a:off x="7264583" y="5408372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/>
              <a:t>9</a:t>
            </a:r>
            <a:endParaRPr lang="ko-KR" altLang="en-US" sz="1400" dirty="0"/>
          </a:p>
        </p:txBody>
      </p:sp>
      <p:sp>
        <p:nvSpPr>
          <p:cNvPr id="4108" name="사각형: 둥근 모서리 4107">
            <a:extLst>
              <a:ext uri="{FF2B5EF4-FFF2-40B4-BE49-F238E27FC236}">
                <a16:creationId xmlns:a16="http://schemas.microsoft.com/office/drawing/2014/main" id="{3AB51069-850B-0128-D99F-C9642084971B}"/>
              </a:ext>
            </a:extLst>
          </p:cNvPr>
          <p:cNvSpPr/>
          <p:nvPr/>
        </p:nvSpPr>
        <p:spPr>
          <a:xfrm>
            <a:off x="7264583" y="5837953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/>
              <a:t>10</a:t>
            </a:r>
            <a:endParaRPr lang="ko-KR" altLang="en-US" sz="1400" dirty="0"/>
          </a:p>
        </p:txBody>
      </p:sp>
      <p:sp>
        <p:nvSpPr>
          <p:cNvPr id="4109" name="사각형: 둥근 모서리 4108">
            <a:extLst>
              <a:ext uri="{FF2B5EF4-FFF2-40B4-BE49-F238E27FC236}">
                <a16:creationId xmlns:a16="http://schemas.microsoft.com/office/drawing/2014/main" id="{84CBD519-FC7B-795D-44B6-9C269CE53B64}"/>
              </a:ext>
            </a:extLst>
          </p:cNvPr>
          <p:cNvSpPr/>
          <p:nvPr/>
        </p:nvSpPr>
        <p:spPr>
          <a:xfrm>
            <a:off x="7983040" y="2413729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1-1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0" name="사각형: 둥근 모서리 4109">
            <a:extLst>
              <a:ext uri="{FF2B5EF4-FFF2-40B4-BE49-F238E27FC236}">
                <a16:creationId xmlns:a16="http://schemas.microsoft.com/office/drawing/2014/main" id="{DCA5BACD-54D7-6512-8E34-42324F6F523B}"/>
              </a:ext>
            </a:extLst>
          </p:cNvPr>
          <p:cNvSpPr/>
          <p:nvPr/>
        </p:nvSpPr>
        <p:spPr>
          <a:xfrm>
            <a:off x="7983040" y="2843310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2-1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1" name="사각형: 둥근 모서리 4110">
            <a:extLst>
              <a:ext uri="{FF2B5EF4-FFF2-40B4-BE49-F238E27FC236}">
                <a16:creationId xmlns:a16="http://schemas.microsoft.com/office/drawing/2014/main" id="{D3E5A40A-2EB2-4172-0C6D-1A5BE250C681}"/>
              </a:ext>
            </a:extLst>
          </p:cNvPr>
          <p:cNvSpPr/>
          <p:nvPr/>
        </p:nvSpPr>
        <p:spPr>
          <a:xfrm>
            <a:off x="7983040" y="3272890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3-1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2" name="사각형: 둥근 모서리 4111">
            <a:extLst>
              <a:ext uri="{FF2B5EF4-FFF2-40B4-BE49-F238E27FC236}">
                <a16:creationId xmlns:a16="http://schemas.microsoft.com/office/drawing/2014/main" id="{EC6847EA-FFC6-9DD2-C1DB-9907AB8F1DC7}"/>
              </a:ext>
            </a:extLst>
          </p:cNvPr>
          <p:cNvSpPr/>
          <p:nvPr/>
        </p:nvSpPr>
        <p:spPr>
          <a:xfrm>
            <a:off x="7983040" y="3702471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4-1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3" name="사각형: 둥근 모서리 4112">
            <a:extLst>
              <a:ext uri="{FF2B5EF4-FFF2-40B4-BE49-F238E27FC236}">
                <a16:creationId xmlns:a16="http://schemas.microsoft.com/office/drawing/2014/main" id="{EA3CF6CD-0B22-5E2E-4C0D-E8AC53EBF9B1}"/>
              </a:ext>
            </a:extLst>
          </p:cNvPr>
          <p:cNvSpPr/>
          <p:nvPr/>
        </p:nvSpPr>
        <p:spPr>
          <a:xfrm>
            <a:off x="7983040" y="4132052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5-1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4" name="사각형: 둥근 모서리 4113">
            <a:extLst>
              <a:ext uri="{FF2B5EF4-FFF2-40B4-BE49-F238E27FC236}">
                <a16:creationId xmlns:a16="http://schemas.microsoft.com/office/drawing/2014/main" id="{512F2142-99E5-07C7-1667-1EA6AC71E18B}"/>
              </a:ext>
            </a:extLst>
          </p:cNvPr>
          <p:cNvSpPr/>
          <p:nvPr/>
        </p:nvSpPr>
        <p:spPr>
          <a:xfrm>
            <a:off x="7983040" y="4561632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6-1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5" name="사각형: 둥근 모서리 4114">
            <a:extLst>
              <a:ext uri="{FF2B5EF4-FFF2-40B4-BE49-F238E27FC236}">
                <a16:creationId xmlns:a16="http://schemas.microsoft.com/office/drawing/2014/main" id="{3DDB1200-274E-BB96-C795-B923766F89E3}"/>
              </a:ext>
            </a:extLst>
          </p:cNvPr>
          <p:cNvSpPr/>
          <p:nvPr/>
        </p:nvSpPr>
        <p:spPr>
          <a:xfrm>
            <a:off x="7983040" y="4991213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7-1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6" name="사각형: 둥근 모서리 4115">
            <a:extLst>
              <a:ext uri="{FF2B5EF4-FFF2-40B4-BE49-F238E27FC236}">
                <a16:creationId xmlns:a16="http://schemas.microsoft.com/office/drawing/2014/main" id="{BFA36C6B-DF5B-C4FD-7D9B-955D9B1A70FC}"/>
              </a:ext>
            </a:extLst>
          </p:cNvPr>
          <p:cNvSpPr/>
          <p:nvPr/>
        </p:nvSpPr>
        <p:spPr>
          <a:xfrm>
            <a:off x="7983040" y="5420794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8-1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7" name="사각형: 둥근 모서리 4116">
            <a:extLst>
              <a:ext uri="{FF2B5EF4-FFF2-40B4-BE49-F238E27FC236}">
                <a16:creationId xmlns:a16="http://schemas.microsoft.com/office/drawing/2014/main" id="{500B6870-57AE-C1A4-6906-E05BA3634CB4}"/>
              </a:ext>
            </a:extLst>
          </p:cNvPr>
          <p:cNvSpPr/>
          <p:nvPr/>
        </p:nvSpPr>
        <p:spPr>
          <a:xfrm>
            <a:off x="7983040" y="5850374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9-1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8" name="사각형: 둥근 모서리 4117">
            <a:extLst>
              <a:ext uri="{FF2B5EF4-FFF2-40B4-BE49-F238E27FC236}">
                <a16:creationId xmlns:a16="http://schemas.microsoft.com/office/drawing/2014/main" id="{F19572B9-1C3F-4BF1-76A8-DF91EAEE2E11}"/>
              </a:ext>
            </a:extLst>
          </p:cNvPr>
          <p:cNvSpPr/>
          <p:nvPr/>
        </p:nvSpPr>
        <p:spPr>
          <a:xfrm>
            <a:off x="7983040" y="1971726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10-1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9" name="사각형: 둥근 모서리 4118">
            <a:extLst>
              <a:ext uri="{FF2B5EF4-FFF2-40B4-BE49-F238E27FC236}">
                <a16:creationId xmlns:a16="http://schemas.microsoft.com/office/drawing/2014/main" id="{B485CC3E-5E5A-C08D-B6DD-378768C07B78}"/>
              </a:ext>
            </a:extLst>
          </p:cNvPr>
          <p:cNvSpPr/>
          <p:nvPr/>
        </p:nvSpPr>
        <p:spPr>
          <a:xfrm>
            <a:off x="8701497" y="2843310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1-2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20" name="사각형: 둥근 모서리 4119">
            <a:extLst>
              <a:ext uri="{FF2B5EF4-FFF2-40B4-BE49-F238E27FC236}">
                <a16:creationId xmlns:a16="http://schemas.microsoft.com/office/drawing/2014/main" id="{6CBDEC50-0EB9-E927-BC27-11950D56CD6B}"/>
              </a:ext>
            </a:extLst>
          </p:cNvPr>
          <p:cNvSpPr/>
          <p:nvPr/>
        </p:nvSpPr>
        <p:spPr>
          <a:xfrm>
            <a:off x="8701497" y="3272891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2-2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21" name="사각형: 둥근 모서리 4120">
            <a:extLst>
              <a:ext uri="{FF2B5EF4-FFF2-40B4-BE49-F238E27FC236}">
                <a16:creationId xmlns:a16="http://schemas.microsoft.com/office/drawing/2014/main" id="{8CD78A53-B7F5-3B39-39A6-E2B25B8459D8}"/>
              </a:ext>
            </a:extLst>
          </p:cNvPr>
          <p:cNvSpPr/>
          <p:nvPr/>
        </p:nvSpPr>
        <p:spPr>
          <a:xfrm>
            <a:off x="8701497" y="3702471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3-2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22" name="사각형: 둥근 모서리 4121">
            <a:extLst>
              <a:ext uri="{FF2B5EF4-FFF2-40B4-BE49-F238E27FC236}">
                <a16:creationId xmlns:a16="http://schemas.microsoft.com/office/drawing/2014/main" id="{A6F19473-F48E-C691-20D5-DA1BD675FCDF}"/>
              </a:ext>
            </a:extLst>
          </p:cNvPr>
          <p:cNvSpPr/>
          <p:nvPr/>
        </p:nvSpPr>
        <p:spPr>
          <a:xfrm>
            <a:off x="8701497" y="4132052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4-2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23" name="사각형: 둥근 모서리 4122">
            <a:extLst>
              <a:ext uri="{FF2B5EF4-FFF2-40B4-BE49-F238E27FC236}">
                <a16:creationId xmlns:a16="http://schemas.microsoft.com/office/drawing/2014/main" id="{8EF8EA59-5168-61F9-80F8-49D6DB644FEF}"/>
              </a:ext>
            </a:extLst>
          </p:cNvPr>
          <p:cNvSpPr/>
          <p:nvPr/>
        </p:nvSpPr>
        <p:spPr>
          <a:xfrm>
            <a:off x="8701497" y="4561633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5-2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24" name="사각형: 둥근 모서리 4123">
            <a:extLst>
              <a:ext uri="{FF2B5EF4-FFF2-40B4-BE49-F238E27FC236}">
                <a16:creationId xmlns:a16="http://schemas.microsoft.com/office/drawing/2014/main" id="{0B430F1C-1497-573A-EEE4-75C796EEB1A5}"/>
              </a:ext>
            </a:extLst>
          </p:cNvPr>
          <p:cNvSpPr/>
          <p:nvPr/>
        </p:nvSpPr>
        <p:spPr>
          <a:xfrm>
            <a:off x="8701497" y="4991213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6-2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25" name="사각형: 둥근 모서리 4124">
            <a:extLst>
              <a:ext uri="{FF2B5EF4-FFF2-40B4-BE49-F238E27FC236}">
                <a16:creationId xmlns:a16="http://schemas.microsoft.com/office/drawing/2014/main" id="{9F8BCC8A-0BE4-78D4-A934-0D0660F6063E}"/>
              </a:ext>
            </a:extLst>
          </p:cNvPr>
          <p:cNvSpPr/>
          <p:nvPr/>
        </p:nvSpPr>
        <p:spPr>
          <a:xfrm>
            <a:off x="8701497" y="5420794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7-2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26" name="사각형: 둥근 모서리 4125">
            <a:extLst>
              <a:ext uri="{FF2B5EF4-FFF2-40B4-BE49-F238E27FC236}">
                <a16:creationId xmlns:a16="http://schemas.microsoft.com/office/drawing/2014/main" id="{6A9A0D24-7E69-C1CD-FDED-99AD3294DA01}"/>
              </a:ext>
            </a:extLst>
          </p:cNvPr>
          <p:cNvSpPr/>
          <p:nvPr/>
        </p:nvSpPr>
        <p:spPr>
          <a:xfrm>
            <a:off x="8701497" y="5850375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8-2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27" name="사각형: 둥근 모서리 4126">
            <a:extLst>
              <a:ext uri="{FF2B5EF4-FFF2-40B4-BE49-F238E27FC236}">
                <a16:creationId xmlns:a16="http://schemas.microsoft.com/office/drawing/2014/main" id="{32F20431-8C5E-528E-05DF-AC42292D9D6C}"/>
              </a:ext>
            </a:extLst>
          </p:cNvPr>
          <p:cNvSpPr/>
          <p:nvPr/>
        </p:nvSpPr>
        <p:spPr>
          <a:xfrm>
            <a:off x="8701497" y="1971726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9-2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28" name="사각형: 둥근 모서리 4127">
            <a:extLst>
              <a:ext uri="{FF2B5EF4-FFF2-40B4-BE49-F238E27FC236}">
                <a16:creationId xmlns:a16="http://schemas.microsoft.com/office/drawing/2014/main" id="{5335B5C3-04D8-9A71-4066-16DC40B08FC2}"/>
              </a:ext>
            </a:extLst>
          </p:cNvPr>
          <p:cNvSpPr/>
          <p:nvPr/>
        </p:nvSpPr>
        <p:spPr>
          <a:xfrm>
            <a:off x="8701497" y="2401307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10-2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29" name="사각형: 둥근 모서리 4128">
            <a:extLst>
              <a:ext uri="{FF2B5EF4-FFF2-40B4-BE49-F238E27FC236}">
                <a16:creationId xmlns:a16="http://schemas.microsoft.com/office/drawing/2014/main" id="{05E4A97A-4D1B-4344-AAF4-7016066A93F8}"/>
              </a:ext>
            </a:extLst>
          </p:cNvPr>
          <p:cNvSpPr/>
          <p:nvPr/>
        </p:nvSpPr>
        <p:spPr>
          <a:xfrm>
            <a:off x="9419954" y="3272891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1-3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30" name="사각형: 둥근 모서리 4129">
            <a:extLst>
              <a:ext uri="{FF2B5EF4-FFF2-40B4-BE49-F238E27FC236}">
                <a16:creationId xmlns:a16="http://schemas.microsoft.com/office/drawing/2014/main" id="{FFDD97D4-D18D-B7E9-7490-B61B5A05F51C}"/>
              </a:ext>
            </a:extLst>
          </p:cNvPr>
          <p:cNvSpPr/>
          <p:nvPr/>
        </p:nvSpPr>
        <p:spPr>
          <a:xfrm>
            <a:off x="9419954" y="3702472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2-3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31" name="사각형: 둥근 모서리 4130">
            <a:extLst>
              <a:ext uri="{FF2B5EF4-FFF2-40B4-BE49-F238E27FC236}">
                <a16:creationId xmlns:a16="http://schemas.microsoft.com/office/drawing/2014/main" id="{5B59B5F3-1C33-2BBB-C2E7-94218CCA9E10}"/>
              </a:ext>
            </a:extLst>
          </p:cNvPr>
          <p:cNvSpPr/>
          <p:nvPr/>
        </p:nvSpPr>
        <p:spPr>
          <a:xfrm>
            <a:off x="9419954" y="4132052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3-3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32" name="사각형: 둥근 모서리 4131">
            <a:extLst>
              <a:ext uri="{FF2B5EF4-FFF2-40B4-BE49-F238E27FC236}">
                <a16:creationId xmlns:a16="http://schemas.microsoft.com/office/drawing/2014/main" id="{B2524BA0-6A8B-885B-802A-23CD18F40C3A}"/>
              </a:ext>
            </a:extLst>
          </p:cNvPr>
          <p:cNvSpPr/>
          <p:nvPr/>
        </p:nvSpPr>
        <p:spPr>
          <a:xfrm>
            <a:off x="9419954" y="4561633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4-3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33" name="사각형: 둥근 모서리 4132">
            <a:extLst>
              <a:ext uri="{FF2B5EF4-FFF2-40B4-BE49-F238E27FC236}">
                <a16:creationId xmlns:a16="http://schemas.microsoft.com/office/drawing/2014/main" id="{AD76D36E-CCB1-C285-F8AE-28F19596F0F7}"/>
              </a:ext>
            </a:extLst>
          </p:cNvPr>
          <p:cNvSpPr/>
          <p:nvPr/>
        </p:nvSpPr>
        <p:spPr>
          <a:xfrm>
            <a:off x="9419954" y="4991214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5-3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34" name="사각형: 둥근 모서리 4133">
            <a:extLst>
              <a:ext uri="{FF2B5EF4-FFF2-40B4-BE49-F238E27FC236}">
                <a16:creationId xmlns:a16="http://schemas.microsoft.com/office/drawing/2014/main" id="{7BB4C842-07E4-4EFA-46D4-6E71B35E0BAC}"/>
              </a:ext>
            </a:extLst>
          </p:cNvPr>
          <p:cNvSpPr/>
          <p:nvPr/>
        </p:nvSpPr>
        <p:spPr>
          <a:xfrm>
            <a:off x="9419954" y="5420794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6-3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35" name="사각형: 둥근 모서리 4134">
            <a:extLst>
              <a:ext uri="{FF2B5EF4-FFF2-40B4-BE49-F238E27FC236}">
                <a16:creationId xmlns:a16="http://schemas.microsoft.com/office/drawing/2014/main" id="{55A48305-C541-3BEC-4439-B77EF8B67D2F}"/>
              </a:ext>
            </a:extLst>
          </p:cNvPr>
          <p:cNvSpPr/>
          <p:nvPr/>
        </p:nvSpPr>
        <p:spPr>
          <a:xfrm>
            <a:off x="9419954" y="5850375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7-3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36" name="사각형: 둥근 모서리 4135">
            <a:extLst>
              <a:ext uri="{FF2B5EF4-FFF2-40B4-BE49-F238E27FC236}">
                <a16:creationId xmlns:a16="http://schemas.microsoft.com/office/drawing/2014/main" id="{E38F99C5-BC0C-EDC9-EF8F-921FFE5E18BC}"/>
              </a:ext>
            </a:extLst>
          </p:cNvPr>
          <p:cNvSpPr/>
          <p:nvPr/>
        </p:nvSpPr>
        <p:spPr>
          <a:xfrm>
            <a:off x="9419954" y="1971727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8-3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37" name="사각형: 둥근 모서리 4136">
            <a:extLst>
              <a:ext uri="{FF2B5EF4-FFF2-40B4-BE49-F238E27FC236}">
                <a16:creationId xmlns:a16="http://schemas.microsoft.com/office/drawing/2014/main" id="{F45286F0-69E7-F931-41FA-4B7C5F17995E}"/>
              </a:ext>
            </a:extLst>
          </p:cNvPr>
          <p:cNvSpPr/>
          <p:nvPr/>
        </p:nvSpPr>
        <p:spPr>
          <a:xfrm>
            <a:off x="9419954" y="2401307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9-3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38" name="사각형: 둥근 모서리 4137">
            <a:extLst>
              <a:ext uri="{FF2B5EF4-FFF2-40B4-BE49-F238E27FC236}">
                <a16:creationId xmlns:a16="http://schemas.microsoft.com/office/drawing/2014/main" id="{33EC20EB-40BB-EDBA-1D31-5B5C949106BE}"/>
              </a:ext>
            </a:extLst>
          </p:cNvPr>
          <p:cNvSpPr/>
          <p:nvPr/>
        </p:nvSpPr>
        <p:spPr>
          <a:xfrm>
            <a:off x="9419954" y="2830888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10-3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39" name="사각형: 둥근 모서리 4138">
            <a:extLst>
              <a:ext uri="{FF2B5EF4-FFF2-40B4-BE49-F238E27FC236}">
                <a16:creationId xmlns:a16="http://schemas.microsoft.com/office/drawing/2014/main" id="{B8B44123-A8C3-D626-80A0-07E7F8317368}"/>
              </a:ext>
            </a:extLst>
          </p:cNvPr>
          <p:cNvSpPr/>
          <p:nvPr/>
        </p:nvSpPr>
        <p:spPr>
          <a:xfrm>
            <a:off x="10138411" y="4132052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1-4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40" name="사각형: 둥근 모서리 4139">
            <a:extLst>
              <a:ext uri="{FF2B5EF4-FFF2-40B4-BE49-F238E27FC236}">
                <a16:creationId xmlns:a16="http://schemas.microsoft.com/office/drawing/2014/main" id="{917694AF-A1EC-6873-5788-33A92F669FD6}"/>
              </a:ext>
            </a:extLst>
          </p:cNvPr>
          <p:cNvSpPr/>
          <p:nvPr/>
        </p:nvSpPr>
        <p:spPr>
          <a:xfrm>
            <a:off x="10138411" y="4561633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2-4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41" name="사각형: 둥근 모서리 4140">
            <a:extLst>
              <a:ext uri="{FF2B5EF4-FFF2-40B4-BE49-F238E27FC236}">
                <a16:creationId xmlns:a16="http://schemas.microsoft.com/office/drawing/2014/main" id="{C0A2063B-5147-7D88-90B8-0106411F385F}"/>
              </a:ext>
            </a:extLst>
          </p:cNvPr>
          <p:cNvSpPr/>
          <p:nvPr/>
        </p:nvSpPr>
        <p:spPr>
          <a:xfrm>
            <a:off x="10138411" y="4991213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3-4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42" name="사각형: 둥근 모서리 4141">
            <a:extLst>
              <a:ext uri="{FF2B5EF4-FFF2-40B4-BE49-F238E27FC236}">
                <a16:creationId xmlns:a16="http://schemas.microsoft.com/office/drawing/2014/main" id="{15D5F592-69E8-767E-442A-5CAA30F3031A}"/>
              </a:ext>
            </a:extLst>
          </p:cNvPr>
          <p:cNvSpPr/>
          <p:nvPr/>
        </p:nvSpPr>
        <p:spPr>
          <a:xfrm>
            <a:off x="10138411" y="5420794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4-4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43" name="사각형: 둥근 모서리 4142">
            <a:extLst>
              <a:ext uri="{FF2B5EF4-FFF2-40B4-BE49-F238E27FC236}">
                <a16:creationId xmlns:a16="http://schemas.microsoft.com/office/drawing/2014/main" id="{707C639E-3813-5F83-2252-EBCCA26CA05C}"/>
              </a:ext>
            </a:extLst>
          </p:cNvPr>
          <p:cNvSpPr/>
          <p:nvPr/>
        </p:nvSpPr>
        <p:spPr>
          <a:xfrm>
            <a:off x="10138411" y="5850375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5-4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44" name="사각형: 둥근 모서리 4143">
            <a:extLst>
              <a:ext uri="{FF2B5EF4-FFF2-40B4-BE49-F238E27FC236}">
                <a16:creationId xmlns:a16="http://schemas.microsoft.com/office/drawing/2014/main" id="{D2A0EE2F-767F-F70D-2682-8F624364D8B8}"/>
              </a:ext>
            </a:extLst>
          </p:cNvPr>
          <p:cNvSpPr/>
          <p:nvPr/>
        </p:nvSpPr>
        <p:spPr>
          <a:xfrm>
            <a:off x="10138411" y="1971726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6-4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45" name="사각형: 둥근 모서리 4144">
            <a:extLst>
              <a:ext uri="{FF2B5EF4-FFF2-40B4-BE49-F238E27FC236}">
                <a16:creationId xmlns:a16="http://schemas.microsoft.com/office/drawing/2014/main" id="{4F3FFCE9-8649-F4D6-A088-67B401936E88}"/>
              </a:ext>
            </a:extLst>
          </p:cNvPr>
          <p:cNvSpPr/>
          <p:nvPr/>
        </p:nvSpPr>
        <p:spPr>
          <a:xfrm>
            <a:off x="10138411" y="2401307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7-4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46" name="사각형: 둥근 모서리 4145">
            <a:extLst>
              <a:ext uri="{FF2B5EF4-FFF2-40B4-BE49-F238E27FC236}">
                <a16:creationId xmlns:a16="http://schemas.microsoft.com/office/drawing/2014/main" id="{95EFA745-C723-B451-74D3-90E90758D2EB}"/>
              </a:ext>
            </a:extLst>
          </p:cNvPr>
          <p:cNvSpPr/>
          <p:nvPr/>
        </p:nvSpPr>
        <p:spPr>
          <a:xfrm>
            <a:off x="10138411" y="2830888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8-4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47" name="사각형: 둥근 모서리 4146">
            <a:extLst>
              <a:ext uri="{FF2B5EF4-FFF2-40B4-BE49-F238E27FC236}">
                <a16:creationId xmlns:a16="http://schemas.microsoft.com/office/drawing/2014/main" id="{6532EB43-8B58-9B26-3261-7B89FD66D51E}"/>
              </a:ext>
            </a:extLst>
          </p:cNvPr>
          <p:cNvSpPr/>
          <p:nvPr/>
        </p:nvSpPr>
        <p:spPr>
          <a:xfrm>
            <a:off x="10138411" y="3260468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9-4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48" name="사각형: 둥근 모서리 4147">
            <a:extLst>
              <a:ext uri="{FF2B5EF4-FFF2-40B4-BE49-F238E27FC236}">
                <a16:creationId xmlns:a16="http://schemas.microsoft.com/office/drawing/2014/main" id="{223694EF-E189-1B8C-9317-264E1D118E35}"/>
              </a:ext>
            </a:extLst>
          </p:cNvPr>
          <p:cNvSpPr/>
          <p:nvPr/>
        </p:nvSpPr>
        <p:spPr>
          <a:xfrm>
            <a:off x="10138411" y="3690049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10-4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49" name="사각형: 둥근 모서리 4148">
            <a:extLst>
              <a:ext uri="{FF2B5EF4-FFF2-40B4-BE49-F238E27FC236}">
                <a16:creationId xmlns:a16="http://schemas.microsoft.com/office/drawing/2014/main" id="{885934D5-5159-F80A-4336-EF0FE09C79D5}"/>
              </a:ext>
            </a:extLst>
          </p:cNvPr>
          <p:cNvSpPr/>
          <p:nvPr/>
        </p:nvSpPr>
        <p:spPr>
          <a:xfrm>
            <a:off x="10856868" y="4549211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1-5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50" name="사각형: 둥근 모서리 4149">
            <a:extLst>
              <a:ext uri="{FF2B5EF4-FFF2-40B4-BE49-F238E27FC236}">
                <a16:creationId xmlns:a16="http://schemas.microsoft.com/office/drawing/2014/main" id="{7267CF7B-2519-6533-DCA9-8205F2669355}"/>
              </a:ext>
            </a:extLst>
          </p:cNvPr>
          <p:cNvSpPr/>
          <p:nvPr/>
        </p:nvSpPr>
        <p:spPr>
          <a:xfrm>
            <a:off x="10856868" y="4978792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2-5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51" name="사각형: 둥근 모서리 4150">
            <a:extLst>
              <a:ext uri="{FF2B5EF4-FFF2-40B4-BE49-F238E27FC236}">
                <a16:creationId xmlns:a16="http://schemas.microsoft.com/office/drawing/2014/main" id="{3501BED7-9CAC-3EF4-2F96-DAA1FDE5D3A7}"/>
              </a:ext>
            </a:extLst>
          </p:cNvPr>
          <p:cNvSpPr/>
          <p:nvPr/>
        </p:nvSpPr>
        <p:spPr>
          <a:xfrm>
            <a:off x="10856868" y="5408372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3-5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52" name="사각형: 둥근 모서리 4151">
            <a:extLst>
              <a:ext uri="{FF2B5EF4-FFF2-40B4-BE49-F238E27FC236}">
                <a16:creationId xmlns:a16="http://schemas.microsoft.com/office/drawing/2014/main" id="{A0983B9B-0AE2-C1EF-2D30-A1BE91020E55}"/>
              </a:ext>
            </a:extLst>
          </p:cNvPr>
          <p:cNvSpPr/>
          <p:nvPr/>
        </p:nvSpPr>
        <p:spPr>
          <a:xfrm>
            <a:off x="10856868" y="5837953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4-5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53" name="사각형: 둥근 모서리 4152">
            <a:extLst>
              <a:ext uri="{FF2B5EF4-FFF2-40B4-BE49-F238E27FC236}">
                <a16:creationId xmlns:a16="http://schemas.microsoft.com/office/drawing/2014/main" id="{9577FEF7-77A9-C2A2-5096-1B665C06250A}"/>
              </a:ext>
            </a:extLst>
          </p:cNvPr>
          <p:cNvSpPr/>
          <p:nvPr/>
        </p:nvSpPr>
        <p:spPr>
          <a:xfrm>
            <a:off x="10856868" y="1971726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5-5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54" name="사각형: 둥근 모서리 4153">
            <a:extLst>
              <a:ext uri="{FF2B5EF4-FFF2-40B4-BE49-F238E27FC236}">
                <a16:creationId xmlns:a16="http://schemas.microsoft.com/office/drawing/2014/main" id="{4F220D38-6C34-E461-4BD8-06682067BE71}"/>
              </a:ext>
            </a:extLst>
          </p:cNvPr>
          <p:cNvSpPr/>
          <p:nvPr/>
        </p:nvSpPr>
        <p:spPr>
          <a:xfrm>
            <a:off x="10856868" y="2401306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6-5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55" name="사각형: 둥근 모서리 4154">
            <a:extLst>
              <a:ext uri="{FF2B5EF4-FFF2-40B4-BE49-F238E27FC236}">
                <a16:creationId xmlns:a16="http://schemas.microsoft.com/office/drawing/2014/main" id="{0B2958AE-285A-D481-4BDB-A242173A40F8}"/>
              </a:ext>
            </a:extLst>
          </p:cNvPr>
          <p:cNvSpPr/>
          <p:nvPr/>
        </p:nvSpPr>
        <p:spPr>
          <a:xfrm>
            <a:off x="10856868" y="2830887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7-5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56" name="사각형: 둥근 모서리 4155">
            <a:extLst>
              <a:ext uri="{FF2B5EF4-FFF2-40B4-BE49-F238E27FC236}">
                <a16:creationId xmlns:a16="http://schemas.microsoft.com/office/drawing/2014/main" id="{E7A7EC79-3561-AD61-C2AF-A85D845556E5}"/>
              </a:ext>
            </a:extLst>
          </p:cNvPr>
          <p:cNvSpPr/>
          <p:nvPr/>
        </p:nvSpPr>
        <p:spPr>
          <a:xfrm>
            <a:off x="10856868" y="3260468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8-5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57" name="사각형: 둥근 모서리 4156">
            <a:extLst>
              <a:ext uri="{FF2B5EF4-FFF2-40B4-BE49-F238E27FC236}">
                <a16:creationId xmlns:a16="http://schemas.microsoft.com/office/drawing/2014/main" id="{2E736E05-117C-BA6A-7668-2D2C6718D3F3}"/>
              </a:ext>
            </a:extLst>
          </p:cNvPr>
          <p:cNvSpPr/>
          <p:nvPr/>
        </p:nvSpPr>
        <p:spPr>
          <a:xfrm>
            <a:off x="10856868" y="3690048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9-5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58" name="사각형: 둥근 모서리 4157">
            <a:extLst>
              <a:ext uri="{FF2B5EF4-FFF2-40B4-BE49-F238E27FC236}">
                <a16:creationId xmlns:a16="http://schemas.microsoft.com/office/drawing/2014/main" id="{F607BF05-D533-60F6-3EFC-3BF9FC4B010F}"/>
              </a:ext>
            </a:extLst>
          </p:cNvPr>
          <p:cNvSpPr/>
          <p:nvPr/>
        </p:nvSpPr>
        <p:spPr>
          <a:xfrm>
            <a:off x="10856868" y="4119629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10-5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59" name="직사각형 4158">
            <a:extLst>
              <a:ext uri="{FF2B5EF4-FFF2-40B4-BE49-F238E27FC236}">
                <a16:creationId xmlns:a16="http://schemas.microsoft.com/office/drawing/2014/main" id="{B92BFACE-F1E2-918F-D37F-EDB359649085}"/>
              </a:ext>
            </a:extLst>
          </p:cNvPr>
          <p:cNvSpPr/>
          <p:nvPr/>
        </p:nvSpPr>
        <p:spPr>
          <a:xfrm>
            <a:off x="476250" y="1793506"/>
            <a:ext cx="4534991" cy="455295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60" name="직사각형 4159">
            <a:extLst>
              <a:ext uri="{FF2B5EF4-FFF2-40B4-BE49-F238E27FC236}">
                <a16:creationId xmlns:a16="http://schemas.microsoft.com/office/drawing/2014/main" id="{8D988F8C-91B2-6616-DDC7-CA49FE762ABF}"/>
              </a:ext>
            </a:extLst>
          </p:cNvPr>
          <p:cNvSpPr/>
          <p:nvPr/>
        </p:nvSpPr>
        <p:spPr>
          <a:xfrm>
            <a:off x="7092587" y="1793506"/>
            <a:ext cx="4534991" cy="455295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161" name="직선 화살표 연결선 4160">
            <a:extLst>
              <a:ext uri="{FF2B5EF4-FFF2-40B4-BE49-F238E27FC236}">
                <a16:creationId xmlns:a16="http://schemas.microsoft.com/office/drawing/2014/main" id="{B6349586-B7B6-032C-EACA-9493A175183D}"/>
              </a:ext>
            </a:extLst>
          </p:cNvPr>
          <p:cNvCxnSpPr>
            <a:stCxn id="4159" idx="3"/>
            <a:endCxn id="4160" idx="1"/>
          </p:cNvCxnSpPr>
          <p:nvPr/>
        </p:nvCxnSpPr>
        <p:spPr>
          <a:xfrm>
            <a:off x="5011241" y="4069981"/>
            <a:ext cx="2081346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2" name="TextBox 4161">
            <a:extLst>
              <a:ext uri="{FF2B5EF4-FFF2-40B4-BE49-F238E27FC236}">
                <a16:creationId xmlns:a16="http://schemas.microsoft.com/office/drawing/2014/main" id="{74CB648C-5A4B-377D-0E6B-6064A271713D}"/>
              </a:ext>
            </a:extLst>
          </p:cNvPr>
          <p:cNvSpPr txBox="1"/>
          <p:nvPr/>
        </p:nvSpPr>
        <p:spPr>
          <a:xfrm>
            <a:off x="5268262" y="4143591"/>
            <a:ext cx="17299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무작위로 </a:t>
            </a:r>
            <a:r>
              <a:rPr lang="en-US" altLang="ko-KR" dirty="0"/>
              <a:t>N</a:t>
            </a:r>
            <a:r>
              <a:rPr lang="ko-KR" altLang="en-US" dirty="0"/>
              <a:t>개의 </a:t>
            </a:r>
            <a:endParaRPr lang="en-US" altLang="ko-KR" dirty="0"/>
          </a:p>
          <a:p>
            <a:pPr algn="ctr"/>
            <a:r>
              <a:rPr lang="ko-KR" altLang="en-US" dirty="0"/>
              <a:t>답안지 배정</a:t>
            </a:r>
          </a:p>
        </p:txBody>
      </p:sp>
      <p:sp>
        <p:nvSpPr>
          <p:cNvPr id="4163" name="TextBox 4162">
            <a:extLst>
              <a:ext uri="{FF2B5EF4-FFF2-40B4-BE49-F238E27FC236}">
                <a16:creationId xmlns:a16="http://schemas.microsoft.com/office/drawing/2014/main" id="{34674A3F-6570-9EB8-FCD8-49835ED741B9}"/>
              </a:ext>
            </a:extLst>
          </p:cNvPr>
          <p:cNvSpPr txBox="1"/>
          <p:nvPr/>
        </p:nvSpPr>
        <p:spPr>
          <a:xfrm>
            <a:off x="476250" y="1389249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피채점자</a:t>
            </a:r>
            <a:endParaRPr lang="ko-KR" altLang="en-US" dirty="0"/>
          </a:p>
        </p:txBody>
      </p:sp>
      <p:sp>
        <p:nvSpPr>
          <p:cNvPr id="4164" name="TextBox 4163">
            <a:extLst>
              <a:ext uri="{FF2B5EF4-FFF2-40B4-BE49-F238E27FC236}">
                <a16:creationId xmlns:a16="http://schemas.microsoft.com/office/drawing/2014/main" id="{8A716C51-7297-708B-F84F-A76A27E62255}"/>
              </a:ext>
            </a:extLst>
          </p:cNvPr>
          <p:cNvSpPr txBox="1"/>
          <p:nvPr/>
        </p:nvSpPr>
        <p:spPr>
          <a:xfrm>
            <a:off x="7092587" y="1389249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채점자</a:t>
            </a:r>
          </a:p>
        </p:txBody>
      </p:sp>
    </p:spTree>
    <p:extLst>
      <p:ext uri="{BB962C8B-B14F-4D97-AF65-F5344CB8AC3E}">
        <p14:creationId xmlns:p14="http://schemas.microsoft.com/office/powerpoint/2010/main" val="667368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3CC71-21D0-0528-F6A7-729AD221E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C4526ED-CE46-B192-D47F-309E8A228B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>
                <a:solidFill>
                  <a:srgbClr val="44546A"/>
                </a:solidFill>
              </a:rPr>
              <a:t>채점강의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6FEAC02-EFBA-0B4D-E43B-6989AC249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DA5618-16DC-0C81-446C-1E9B30822246}"/>
              </a:ext>
            </a:extLst>
          </p:cNvPr>
          <p:cNvSpPr txBox="1"/>
          <p:nvPr/>
        </p:nvSpPr>
        <p:spPr>
          <a:xfrm>
            <a:off x="272145" y="840018"/>
            <a:ext cx="3919662" cy="10587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피채점자의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답안지를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N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개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예를 들어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5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개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생성한다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생성된 답안지를 다른 수강생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또는 강사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) M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명에게 부작위로 교차 배정한다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답안지를 배정한 후 채점 기준과 채점표를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9206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EE4DC-3512-20FC-92F9-3A7E22287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A041EE5-CE7A-85CE-BF0B-4B8F1E9F87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>
                <a:solidFill>
                  <a:srgbClr val="44546A"/>
                </a:solidFill>
              </a:rPr>
              <a:t>채점강의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83487B5-F366-E893-FB52-65D9444A7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403CC8E-C3D7-E333-97A9-A11F929D1359}"/>
              </a:ext>
            </a:extLst>
          </p:cNvPr>
          <p:cNvSpPr/>
          <p:nvPr/>
        </p:nvSpPr>
        <p:spPr>
          <a:xfrm>
            <a:off x="338665" y="710602"/>
            <a:ext cx="1771650" cy="5689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채점결과</a:t>
            </a:r>
            <a:endParaRPr lang="en-US" altLang="ko-KR" dirty="0"/>
          </a:p>
          <a:p>
            <a:pPr algn="ctr"/>
            <a:r>
              <a:rPr lang="ko-KR" altLang="en-US" dirty="0"/>
              <a:t>업로드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A0F549B-4D95-0891-F140-BD686BEBA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649237"/>
              </p:ext>
            </p:extLst>
          </p:nvPr>
        </p:nvGraphicFramePr>
        <p:xfrm>
          <a:off x="338664" y="1421802"/>
          <a:ext cx="11476817" cy="51206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60635">
                  <a:extLst>
                    <a:ext uri="{9D8B030D-6E8A-4147-A177-3AD203B41FA5}">
                      <a16:colId xmlns:a16="http://schemas.microsoft.com/office/drawing/2014/main" val="1096865766"/>
                    </a:ext>
                  </a:extLst>
                </a:gridCol>
                <a:gridCol w="830318">
                  <a:extLst>
                    <a:ext uri="{9D8B030D-6E8A-4147-A177-3AD203B41FA5}">
                      <a16:colId xmlns:a16="http://schemas.microsoft.com/office/drawing/2014/main" val="1824331871"/>
                    </a:ext>
                  </a:extLst>
                </a:gridCol>
                <a:gridCol w="830318">
                  <a:extLst>
                    <a:ext uri="{9D8B030D-6E8A-4147-A177-3AD203B41FA5}">
                      <a16:colId xmlns:a16="http://schemas.microsoft.com/office/drawing/2014/main" val="2268938268"/>
                    </a:ext>
                  </a:extLst>
                </a:gridCol>
                <a:gridCol w="830318">
                  <a:extLst>
                    <a:ext uri="{9D8B030D-6E8A-4147-A177-3AD203B41FA5}">
                      <a16:colId xmlns:a16="http://schemas.microsoft.com/office/drawing/2014/main" val="2504078475"/>
                    </a:ext>
                  </a:extLst>
                </a:gridCol>
                <a:gridCol w="830318">
                  <a:extLst>
                    <a:ext uri="{9D8B030D-6E8A-4147-A177-3AD203B41FA5}">
                      <a16:colId xmlns:a16="http://schemas.microsoft.com/office/drawing/2014/main" val="2422375552"/>
                    </a:ext>
                  </a:extLst>
                </a:gridCol>
                <a:gridCol w="830318">
                  <a:extLst>
                    <a:ext uri="{9D8B030D-6E8A-4147-A177-3AD203B41FA5}">
                      <a16:colId xmlns:a16="http://schemas.microsoft.com/office/drawing/2014/main" val="1525001134"/>
                    </a:ext>
                  </a:extLst>
                </a:gridCol>
                <a:gridCol w="682685">
                  <a:extLst>
                    <a:ext uri="{9D8B030D-6E8A-4147-A177-3AD203B41FA5}">
                      <a16:colId xmlns:a16="http://schemas.microsoft.com/office/drawing/2014/main" val="4152264019"/>
                    </a:ext>
                  </a:extLst>
                </a:gridCol>
                <a:gridCol w="830318">
                  <a:extLst>
                    <a:ext uri="{9D8B030D-6E8A-4147-A177-3AD203B41FA5}">
                      <a16:colId xmlns:a16="http://schemas.microsoft.com/office/drawing/2014/main" val="2725515200"/>
                    </a:ext>
                  </a:extLst>
                </a:gridCol>
                <a:gridCol w="830318">
                  <a:extLst>
                    <a:ext uri="{9D8B030D-6E8A-4147-A177-3AD203B41FA5}">
                      <a16:colId xmlns:a16="http://schemas.microsoft.com/office/drawing/2014/main" val="3099171280"/>
                    </a:ext>
                  </a:extLst>
                </a:gridCol>
                <a:gridCol w="830318">
                  <a:extLst>
                    <a:ext uri="{9D8B030D-6E8A-4147-A177-3AD203B41FA5}">
                      <a16:colId xmlns:a16="http://schemas.microsoft.com/office/drawing/2014/main" val="327523572"/>
                    </a:ext>
                  </a:extLst>
                </a:gridCol>
                <a:gridCol w="830318">
                  <a:extLst>
                    <a:ext uri="{9D8B030D-6E8A-4147-A177-3AD203B41FA5}">
                      <a16:colId xmlns:a16="http://schemas.microsoft.com/office/drawing/2014/main" val="2372566142"/>
                    </a:ext>
                  </a:extLst>
                </a:gridCol>
                <a:gridCol w="1660635">
                  <a:extLst>
                    <a:ext uri="{9D8B030D-6E8A-4147-A177-3AD203B41FA5}">
                      <a16:colId xmlns:a16="http://schemas.microsoft.com/office/drawing/2014/main" val="288328294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채점기준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10-1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9-2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8-3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7-4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6-5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평균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69292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답안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채점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답안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채점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답안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채점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답안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채점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답안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채점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049318"/>
                  </a:ext>
                </a:extLst>
              </a:tr>
              <a:tr h="275259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문제</a:t>
                      </a:r>
                      <a:r>
                        <a:rPr lang="en-US" altLang="ko-KR" sz="800" dirty="0"/>
                        <a:t> 1(30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(1)(5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(2)(10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(3)(10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(4)(5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9011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소계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18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21.6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228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정성평가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116952"/>
                  </a:ext>
                </a:extLst>
              </a:tr>
              <a:tr h="226684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문제 </a:t>
                      </a:r>
                      <a:r>
                        <a:rPr lang="en-US" altLang="ko-KR" sz="800" dirty="0"/>
                        <a:t>2(20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(1)(8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(2)(6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(3)(6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2879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소계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13.6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85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정성평가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152556"/>
                  </a:ext>
                </a:extLst>
              </a:tr>
              <a:tr h="275259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문제 </a:t>
                      </a:r>
                      <a:r>
                        <a:rPr lang="en-US" altLang="ko-KR" sz="800" dirty="0"/>
                        <a:t>3(30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(1)(5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(2)(8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(3)(7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(4)(10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3519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소계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04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정성평가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121904"/>
                  </a:ext>
                </a:extLst>
              </a:tr>
              <a:tr h="226684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문제 </a:t>
                      </a:r>
                      <a:r>
                        <a:rPr lang="en-US" altLang="ko-KR" sz="800" dirty="0"/>
                        <a:t>4(20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(1)(5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(2)(5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(3)(10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9680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소계</a:t>
                      </a:r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17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14.6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622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정성평가</a:t>
                      </a:r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441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총계</a:t>
                      </a:r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80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68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73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69.8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0160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순위</a:t>
                      </a:r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2394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3944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AF621-3941-6B38-06A1-739F70F45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F7C48A7-D57B-804F-8D59-6F0B9728E3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>
                <a:solidFill>
                  <a:srgbClr val="44546A"/>
                </a:solidFill>
              </a:rPr>
              <a:t>채점강의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2868CB6-77E9-6583-DBBA-E07367F3E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10781C-C96C-0B0D-72A0-F5EAEC016295}"/>
              </a:ext>
            </a:extLst>
          </p:cNvPr>
          <p:cNvSpPr txBox="1"/>
          <p:nvPr/>
        </p:nvSpPr>
        <p:spPr>
          <a:xfrm>
            <a:off x="272145" y="840018"/>
            <a:ext cx="3919662" cy="10587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채점자가 채점기준에 맞춰 답안을 채점한다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정량평가와 정성평가를 수행한다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42875" indent="-142875"/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채점자의 채점이 완료되면 점수별 채점평균과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피채점자의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순위를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42875" indent="-142875"/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3.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출제자가 학습 시킨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AI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또는 출제자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채점알바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에 의한 채점을 수행한다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endParaRPr lang="en-US" altLang="ko-KR" sz="10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461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C0DB6-31E0-362F-B08C-76D5D9339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72177F5-54A3-F504-89D3-AE92E19C3B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>
                <a:solidFill>
                  <a:srgbClr val="44546A"/>
                </a:solidFill>
              </a:rPr>
              <a:t>채점강의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8458DC5-8114-43BD-025B-87977F992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81F29C9-E317-CB19-1106-A5D7621CD6B5}"/>
              </a:ext>
            </a:extLst>
          </p:cNvPr>
          <p:cNvSpPr/>
          <p:nvPr/>
        </p:nvSpPr>
        <p:spPr>
          <a:xfrm>
            <a:off x="338665" y="710602"/>
            <a:ext cx="1771650" cy="5689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통계분석</a:t>
            </a:r>
            <a:endParaRPr lang="en-US" altLang="ko-KR" dirty="0"/>
          </a:p>
          <a:p>
            <a:pPr algn="ctr"/>
            <a:r>
              <a:rPr lang="en-US" altLang="ko-KR" dirty="0"/>
              <a:t>(1</a:t>
            </a:r>
            <a:r>
              <a:rPr lang="ko-KR" altLang="en-US" dirty="0"/>
              <a:t>회 모의고사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1DD41942-E45F-8D07-EFDD-F63AA2806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723978"/>
              </p:ext>
            </p:extLst>
          </p:nvPr>
        </p:nvGraphicFramePr>
        <p:xfrm>
          <a:off x="457199" y="1421803"/>
          <a:ext cx="11214852" cy="51206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934571">
                  <a:extLst>
                    <a:ext uri="{9D8B030D-6E8A-4147-A177-3AD203B41FA5}">
                      <a16:colId xmlns:a16="http://schemas.microsoft.com/office/drawing/2014/main" val="352392154"/>
                    </a:ext>
                  </a:extLst>
                </a:gridCol>
                <a:gridCol w="934571">
                  <a:extLst>
                    <a:ext uri="{9D8B030D-6E8A-4147-A177-3AD203B41FA5}">
                      <a16:colId xmlns:a16="http://schemas.microsoft.com/office/drawing/2014/main" val="1096865766"/>
                    </a:ext>
                  </a:extLst>
                </a:gridCol>
                <a:gridCol w="934571">
                  <a:extLst>
                    <a:ext uri="{9D8B030D-6E8A-4147-A177-3AD203B41FA5}">
                      <a16:colId xmlns:a16="http://schemas.microsoft.com/office/drawing/2014/main" val="1824331871"/>
                    </a:ext>
                  </a:extLst>
                </a:gridCol>
                <a:gridCol w="934571">
                  <a:extLst>
                    <a:ext uri="{9D8B030D-6E8A-4147-A177-3AD203B41FA5}">
                      <a16:colId xmlns:a16="http://schemas.microsoft.com/office/drawing/2014/main" val="2504078475"/>
                    </a:ext>
                  </a:extLst>
                </a:gridCol>
                <a:gridCol w="934571">
                  <a:extLst>
                    <a:ext uri="{9D8B030D-6E8A-4147-A177-3AD203B41FA5}">
                      <a16:colId xmlns:a16="http://schemas.microsoft.com/office/drawing/2014/main" val="1525001134"/>
                    </a:ext>
                  </a:extLst>
                </a:gridCol>
                <a:gridCol w="934571">
                  <a:extLst>
                    <a:ext uri="{9D8B030D-6E8A-4147-A177-3AD203B41FA5}">
                      <a16:colId xmlns:a16="http://schemas.microsoft.com/office/drawing/2014/main" val="2725515200"/>
                    </a:ext>
                  </a:extLst>
                </a:gridCol>
                <a:gridCol w="934571">
                  <a:extLst>
                    <a:ext uri="{9D8B030D-6E8A-4147-A177-3AD203B41FA5}">
                      <a16:colId xmlns:a16="http://schemas.microsoft.com/office/drawing/2014/main" val="327523572"/>
                    </a:ext>
                  </a:extLst>
                </a:gridCol>
                <a:gridCol w="934571">
                  <a:extLst>
                    <a:ext uri="{9D8B030D-6E8A-4147-A177-3AD203B41FA5}">
                      <a16:colId xmlns:a16="http://schemas.microsoft.com/office/drawing/2014/main" val="2883282940"/>
                    </a:ext>
                  </a:extLst>
                </a:gridCol>
                <a:gridCol w="934571">
                  <a:extLst>
                    <a:ext uri="{9D8B030D-6E8A-4147-A177-3AD203B41FA5}">
                      <a16:colId xmlns:a16="http://schemas.microsoft.com/office/drawing/2014/main" val="262545334"/>
                    </a:ext>
                  </a:extLst>
                </a:gridCol>
                <a:gridCol w="934571">
                  <a:extLst>
                    <a:ext uri="{9D8B030D-6E8A-4147-A177-3AD203B41FA5}">
                      <a16:colId xmlns:a16="http://schemas.microsoft.com/office/drawing/2014/main" val="1561623090"/>
                    </a:ext>
                  </a:extLst>
                </a:gridCol>
                <a:gridCol w="934571">
                  <a:extLst>
                    <a:ext uri="{9D8B030D-6E8A-4147-A177-3AD203B41FA5}">
                      <a16:colId xmlns:a16="http://schemas.microsoft.com/office/drawing/2014/main" val="3568700946"/>
                    </a:ext>
                  </a:extLst>
                </a:gridCol>
                <a:gridCol w="934571">
                  <a:extLst>
                    <a:ext uri="{9D8B030D-6E8A-4147-A177-3AD203B41FA5}">
                      <a16:colId xmlns:a16="http://schemas.microsoft.com/office/drawing/2014/main" val="1626493528"/>
                    </a:ext>
                  </a:extLst>
                </a:gridCol>
              </a:tblGrid>
              <a:tr h="1548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답안작성자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수강생 채점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출제자 채점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평균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201424"/>
                  </a:ext>
                </a:extLst>
              </a:tr>
              <a:tr h="1548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답안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채점기준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1-1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1-2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1-3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1-4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1-5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평균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AI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출제자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평균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692925"/>
                  </a:ext>
                </a:extLst>
              </a:tr>
              <a:tr h="508870">
                <a:tc>
                  <a:txBody>
                    <a:bodyPr/>
                    <a:lstStyle/>
                    <a:p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문제</a:t>
                      </a:r>
                      <a:r>
                        <a:rPr lang="en-US" altLang="ko-KR" sz="800" dirty="0"/>
                        <a:t> 1(30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(1)(5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(2)(10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(3)(10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(4)(5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9011506"/>
                  </a:ext>
                </a:extLst>
              </a:tr>
              <a:tr h="15487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소계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18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21.6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228899"/>
                  </a:ext>
                </a:extLst>
              </a:tr>
              <a:tr h="15487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정성평가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116952"/>
                  </a:ext>
                </a:extLst>
              </a:tr>
              <a:tr h="420371">
                <a:tc>
                  <a:txBody>
                    <a:bodyPr/>
                    <a:lstStyle/>
                    <a:p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문제 </a:t>
                      </a:r>
                      <a:r>
                        <a:rPr lang="en-US" altLang="ko-KR" sz="800" dirty="0"/>
                        <a:t>2(20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(1)(8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(2)(6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(3)(6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2879660"/>
                  </a:ext>
                </a:extLst>
              </a:tr>
              <a:tr h="15487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소계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13.6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85972"/>
                  </a:ext>
                </a:extLst>
              </a:tr>
              <a:tr h="15487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정성평가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152556"/>
                  </a:ext>
                </a:extLst>
              </a:tr>
              <a:tr h="508870">
                <a:tc>
                  <a:txBody>
                    <a:bodyPr/>
                    <a:lstStyle/>
                    <a:p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문제 </a:t>
                      </a:r>
                      <a:r>
                        <a:rPr lang="en-US" altLang="ko-KR" sz="800" dirty="0"/>
                        <a:t>3(30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(1)(5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(2)(8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(3)(7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(4)(10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3519700"/>
                  </a:ext>
                </a:extLst>
              </a:tr>
              <a:tr h="15487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소계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04835"/>
                  </a:ext>
                </a:extLst>
              </a:tr>
              <a:tr h="15487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정성평가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121904"/>
                  </a:ext>
                </a:extLst>
              </a:tr>
              <a:tr h="420371">
                <a:tc>
                  <a:txBody>
                    <a:bodyPr/>
                    <a:lstStyle/>
                    <a:p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문제 </a:t>
                      </a:r>
                      <a:r>
                        <a:rPr lang="en-US" altLang="ko-KR" sz="800" dirty="0"/>
                        <a:t>4(20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(1)(5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(2)(5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(3)(10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9680035"/>
                  </a:ext>
                </a:extLst>
              </a:tr>
              <a:tr h="154874">
                <a:tc>
                  <a:txBody>
                    <a:bodyPr/>
                    <a:lstStyle/>
                    <a:p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소계</a:t>
                      </a:r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17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14.6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622469"/>
                  </a:ext>
                </a:extLst>
              </a:tr>
              <a:tr h="154874">
                <a:tc>
                  <a:txBody>
                    <a:bodyPr/>
                    <a:lstStyle/>
                    <a:p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정성평가</a:t>
                      </a:r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441016"/>
                  </a:ext>
                </a:extLst>
              </a:tr>
              <a:tr h="170812">
                <a:tc>
                  <a:txBody>
                    <a:bodyPr/>
                    <a:lstStyle/>
                    <a:p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총계</a:t>
                      </a:r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80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68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73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69.8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0160063"/>
                  </a:ext>
                </a:extLst>
              </a:tr>
              <a:tr h="154874">
                <a:tc>
                  <a:txBody>
                    <a:bodyPr/>
                    <a:lstStyle/>
                    <a:p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순위</a:t>
                      </a:r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4.2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2394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017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F39B3-EE7E-5B9C-3DFD-8EAC760E2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72D1451-C13E-E063-BEF2-E1726B03B2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>
                <a:solidFill>
                  <a:srgbClr val="44546A"/>
                </a:solidFill>
              </a:rPr>
              <a:t>채점강의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6F148E4-2EA8-59EB-80AD-7BEF95956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1FC9E8E-9908-40B5-48B7-2A9CA1BF77C2}"/>
              </a:ext>
            </a:extLst>
          </p:cNvPr>
          <p:cNvSpPr/>
          <p:nvPr/>
        </p:nvSpPr>
        <p:spPr>
          <a:xfrm>
            <a:off x="338665" y="710602"/>
            <a:ext cx="1771650" cy="5689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통계분석</a:t>
            </a:r>
            <a:endParaRPr lang="en-US" altLang="ko-KR" dirty="0"/>
          </a:p>
          <a:p>
            <a:pPr algn="ctr"/>
            <a:r>
              <a:rPr lang="en-US" altLang="ko-KR" dirty="0"/>
              <a:t>(1</a:t>
            </a:r>
            <a:r>
              <a:rPr lang="ko-KR" altLang="en-US" dirty="0"/>
              <a:t>회 모의고사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D485036-1D7C-5D0D-C3E0-7C075E553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328414"/>
              </p:ext>
            </p:extLst>
          </p:nvPr>
        </p:nvGraphicFramePr>
        <p:xfrm>
          <a:off x="206187" y="1437340"/>
          <a:ext cx="11412067" cy="51714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34032">
                  <a:extLst>
                    <a:ext uri="{9D8B030D-6E8A-4147-A177-3AD203B41FA5}">
                      <a16:colId xmlns:a16="http://schemas.microsoft.com/office/drawing/2014/main" val="1140979479"/>
                    </a:ext>
                  </a:extLst>
                </a:gridCol>
                <a:gridCol w="472959">
                  <a:extLst>
                    <a:ext uri="{9D8B030D-6E8A-4147-A177-3AD203B41FA5}">
                      <a16:colId xmlns:a16="http://schemas.microsoft.com/office/drawing/2014/main" val="531656375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2966803150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2000227537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1341902980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4009836063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1379353833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2894189551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4040075340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2813069802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1936729836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1643896903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1210827147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닉네임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문제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수강생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출제자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전체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포인트지급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947612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평균점수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표준점수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평균등급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순위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평균등급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모범답안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평균점수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순위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평균점수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모범답안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평균점수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순위</a:t>
                      </a:r>
                      <a:endParaRPr lang="en-US" altLang="ko-KR" sz="900" dirty="0"/>
                    </a:p>
                    <a:p>
                      <a:pPr latinLnBrk="1"/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평균점수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408651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283910"/>
                  </a:ext>
                </a:extLst>
              </a:tr>
              <a:tr h="154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6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5103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7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4824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4823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전체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561580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9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3731368"/>
                  </a:ext>
                </a:extLst>
              </a:tr>
              <a:tr h="154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06082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76575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298196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전체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31245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522955"/>
                  </a:ext>
                </a:extLst>
              </a:tr>
              <a:tr h="154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2794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9093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7816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전체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938964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8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3110034"/>
                  </a:ext>
                </a:extLst>
              </a:tr>
              <a:tr h="154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891207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6109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47764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전체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5884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7878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72DD8-3D72-4695-0DBA-5D95D7FBD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11C9636-ACBC-E0DC-A6D5-FE5D148181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>
                <a:solidFill>
                  <a:srgbClr val="44546A"/>
                </a:solidFill>
              </a:rPr>
              <a:t>채점강의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A5D9DF-9353-FE29-3677-23CCB0E01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ACC8FFE-1266-970B-167F-7EEB42E37D43}"/>
              </a:ext>
            </a:extLst>
          </p:cNvPr>
          <p:cNvSpPr/>
          <p:nvPr/>
        </p:nvSpPr>
        <p:spPr>
          <a:xfrm>
            <a:off x="338665" y="710602"/>
            <a:ext cx="1771650" cy="5689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통계분석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 err="1"/>
              <a:t>피채점자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98B3CB9-C4E8-8E0A-915E-F4F8C62C5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74"/>
              </p:ext>
            </p:extLst>
          </p:nvPr>
        </p:nvGraphicFramePr>
        <p:xfrm>
          <a:off x="206187" y="1437340"/>
          <a:ext cx="11412067" cy="51714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34032">
                  <a:extLst>
                    <a:ext uri="{9D8B030D-6E8A-4147-A177-3AD203B41FA5}">
                      <a16:colId xmlns:a16="http://schemas.microsoft.com/office/drawing/2014/main" val="1140979479"/>
                    </a:ext>
                  </a:extLst>
                </a:gridCol>
                <a:gridCol w="472959">
                  <a:extLst>
                    <a:ext uri="{9D8B030D-6E8A-4147-A177-3AD203B41FA5}">
                      <a16:colId xmlns:a16="http://schemas.microsoft.com/office/drawing/2014/main" val="531656375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2966803150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2000227537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1341902980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4009836063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1379353833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2894189551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4040075340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2813069802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1936729836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1643896903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1210827147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닉네임</a:t>
                      </a:r>
                      <a:endParaRPr lang="en-US" altLang="ko-KR" sz="900" dirty="0"/>
                    </a:p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문제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수강생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출제자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전체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포인트지급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947612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평균점수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표준점수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평균등급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순위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평균등급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모범답안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평균점수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순위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평균점수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모범답안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평균점수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순위</a:t>
                      </a:r>
                      <a:endParaRPr lang="en-US" altLang="ko-KR" sz="900" dirty="0"/>
                    </a:p>
                    <a:p>
                      <a:pPr latinLnBrk="1"/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평균점수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408651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r>
                        <a:rPr lang="ko-KR" altLang="en-US" sz="900" dirty="0"/>
                        <a:t>회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283910"/>
                  </a:ext>
                </a:extLst>
              </a:tr>
              <a:tr h="154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6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5103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7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4824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4823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전체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561580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r>
                        <a:rPr lang="ko-KR" altLang="en-US" sz="900" dirty="0"/>
                        <a:t>회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9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3731368"/>
                  </a:ext>
                </a:extLst>
              </a:tr>
              <a:tr h="154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06082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76575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298196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전체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31245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r>
                        <a:rPr lang="ko-KR" altLang="en-US" sz="900" dirty="0"/>
                        <a:t>회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522955"/>
                  </a:ext>
                </a:extLst>
              </a:tr>
              <a:tr h="154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2794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9093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7816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전체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938964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4</a:t>
                      </a:r>
                      <a:r>
                        <a:rPr lang="ko-KR" altLang="en-US" sz="900" dirty="0"/>
                        <a:t>회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8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3110034"/>
                  </a:ext>
                </a:extLst>
              </a:tr>
              <a:tr h="154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891207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6109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47764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전체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5884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0932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Frutiger LT 75 Black"/>
        <a:ea typeface="Rix모던고딕 EB"/>
        <a:cs typeface=""/>
      </a:majorFont>
      <a:minorFont>
        <a:latin typeface="Frutiger LT 65 Bold"/>
        <a:ea typeface="Rix모던고딕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bg1">
              <a:lumMod val="50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22446</TotalTime>
  <Words>838</Words>
  <Application>Microsoft Office PowerPoint</Application>
  <PresentationFormat>와이드스크린</PresentationFormat>
  <Paragraphs>465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Rix모던고딕 M</vt:lpstr>
      <vt:lpstr>Arial</vt:lpstr>
      <vt:lpstr>맑은 고딕</vt:lpstr>
      <vt:lpstr>Rix모던명조 B</vt:lpstr>
      <vt:lpstr>Frutiger LT 75 Black</vt:lpstr>
      <vt:lpstr>Frutiger LT 65 Bold</vt:lpstr>
      <vt:lpstr>Office 테마</vt:lpstr>
      <vt:lpstr>산업재산권법 온라인 구독 플랫폼: 채점강의</vt:lpstr>
      <vt:lpstr>산업재산권법 온라인 구독 플랫폼: 채점강의</vt:lpstr>
      <vt:lpstr>산업재산권법 온라인 구독 플랫폼: 채점강의</vt:lpstr>
      <vt:lpstr>산업재산권법 온라인 구독 플랫폼: 채점강의</vt:lpstr>
      <vt:lpstr>산업재산권법 온라인 구독 플랫폼: 채점강의</vt:lpstr>
      <vt:lpstr>산업재산권법 온라인 구독 플랫폼: 채점강의</vt:lpstr>
      <vt:lpstr>산업재산권법 온라인 구독 플랫폼: 채점강의</vt:lpstr>
      <vt:lpstr>산업재산권법 온라인 구독 플랫폼: 채점강의</vt:lpstr>
      <vt:lpstr>산업재산권법 온라인 구독 플랫폼: 채점강의</vt:lpstr>
      <vt:lpstr>산업재산권법 온라인 구독 플랫폼: 채점강의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(주)INVENSTOR</dc:title>
  <dc:creator>Windows 사용자</dc:creator>
  <cp:lastModifiedBy>병웅 임</cp:lastModifiedBy>
  <cp:revision>1032</cp:revision>
  <cp:lastPrinted>2026-04-13T07:54:15Z</cp:lastPrinted>
  <dcterms:created xsi:type="dcterms:W3CDTF">2016-02-25T00:12:49Z</dcterms:created>
  <dcterms:modified xsi:type="dcterms:W3CDTF">2026-05-11T01:50:14Z</dcterms:modified>
</cp:coreProperties>
</file>