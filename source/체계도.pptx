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316" r:id="rId2"/>
    <p:sldId id="2138" r:id="rId3"/>
  </p:sldIdLst>
  <p:sldSz cx="12192000" cy="6858000"/>
  <p:notesSz cx="7104063" cy="10234613"/>
  <p:embeddedFontLst>
    <p:embeddedFont>
      <p:font typeface="Frutiger LT 65 Bold" panose="020B0800000000000000" pitchFamily="34" charset="0"/>
      <p:regular r:id="rId6"/>
    </p:embeddedFont>
    <p:embeddedFont>
      <p:font typeface="Frutiger LT 75 Black" panose="02000A03050000020004" pitchFamily="2" charset="0"/>
      <p:regular r:id="rId7"/>
    </p:embeddedFont>
    <p:embeddedFont>
      <p:font typeface="Rix모던고딕 B" panose="02020603020101020101" pitchFamily="18" charset="-127"/>
      <p:regular r:id="rId8"/>
    </p:embeddedFont>
    <p:embeddedFont>
      <p:font typeface="Rix모던고딕 L" panose="02020603020101020101" pitchFamily="18" charset="-127"/>
      <p:regular r:id="rId9"/>
    </p:embeddedFont>
    <p:embeddedFont>
      <p:font typeface="Rix모던고딕 M" panose="02020603020101020101" pitchFamily="18" charset="-127"/>
      <p:regular r:id="rId10"/>
    </p:embeddedFont>
    <p:embeddedFont>
      <p:font typeface="Rix모던명조 B" panose="02020603020101020101" pitchFamily="18" charset="-127"/>
      <p:regular r:id="rId11"/>
    </p:embeddedFont>
    <p:embeddedFont>
      <p:font typeface="Rix모던명조 L" panose="02020603020101020101" pitchFamily="18" charset="-127"/>
      <p:regular r:id="rId12"/>
    </p:embeddedFont>
    <p:embeddedFont>
      <p:font typeface="Rix커피향 M" panose="02020603020101020101" pitchFamily="18" charset="-127"/>
      <p:regular r:id="rId13"/>
    </p:embeddedFont>
    <p:embeddedFont>
      <p:font typeface="산돌신문제비 L" panose="02030504000101010101" pitchFamily="18" charset="-127"/>
      <p:regular r:id="rId1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5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743" autoAdjust="0"/>
    <p:restoredTop sz="83273" autoAdjust="0"/>
  </p:normalViewPr>
  <p:slideViewPr>
    <p:cSldViewPr snapToGrid="0">
      <p:cViewPr varScale="1">
        <p:scale>
          <a:sx n="56" d="100"/>
          <a:sy n="56" d="100"/>
        </p:scale>
        <p:origin x="1380" y="66"/>
      </p:cViewPr>
      <p:guideLst>
        <p:guide orient="horz" pos="2160"/>
        <p:guide pos="386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09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0" Type="http://schemas.openxmlformats.org/officeDocument/2006/relationships/font" Target="fonts/font5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Relationship Id="rId14" Type="http://schemas.openxmlformats.org/officeDocument/2006/relationships/font" Target="fonts/font9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65D610-DFC9-4B0C-B47E-740E87AA1476}" type="datetimeFigureOut">
              <a:rPr lang="ko-KR" altLang="en-US" smtClean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2026-04-29</a:t>
            </a:fld>
            <a:endParaRPr lang="ko-KR" altLang="en-US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60739-7E54-4EEE-A557-D980F97BF9D4}" type="slidenum">
              <a:rPr lang="ko-KR" altLang="en-US" smtClean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‹#›</a:t>
            </a:fld>
            <a:endParaRPr lang="ko-KR" altLang="en-US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816103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78428" cy="513508"/>
          </a:xfrm>
          <a:prstGeom prst="rect">
            <a:avLst/>
          </a:prstGeom>
        </p:spPr>
        <p:txBody>
          <a:bodyPr vert="horz" lIns="94657" tIns="47329" rIns="94657" bIns="47329" rtlCol="0"/>
          <a:lstStyle>
            <a:lvl1pPr algn="l">
              <a:defRPr sz="12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2"/>
            <a:ext cx="3078428" cy="513508"/>
          </a:xfrm>
          <a:prstGeom prst="rect">
            <a:avLst/>
          </a:prstGeom>
        </p:spPr>
        <p:txBody>
          <a:bodyPr vert="horz" lIns="94657" tIns="47329" rIns="94657" bIns="47329" rtlCol="0"/>
          <a:lstStyle>
            <a:lvl1pPr algn="r">
              <a:defRPr sz="12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fld id="{782597F2-0C3F-472E-942C-F0680216029B}" type="datetimeFigureOut">
              <a:rPr lang="ko-KR" altLang="en-US" smtClean="0"/>
              <a:pPr/>
              <a:t>2026-04-29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57" tIns="47329" rIns="94657" bIns="47329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9"/>
          </a:xfrm>
          <a:prstGeom prst="rect">
            <a:avLst/>
          </a:prstGeom>
        </p:spPr>
        <p:txBody>
          <a:bodyPr vert="horz" lIns="94657" tIns="47329" rIns="94657" bIns="47329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8" cy="513507"/>
          </a:xfrm>
          <a:prstGeom prst="rect">
            <a:avLst/>
          </a:prstGeom>
        </p:spPr>
        <p:txBody>
          <a:bodyPr vert="horz" lIns="94657" tIns="47329" rIns="94657" bIns="47329" rtlCol="0" anchor="b"/>
          <a:lstStyle>
            <a:lvl1pPr algn="l">
              <a:defRPr sz="12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8" cy="513507"/>
          </a:xfrm>
          <a:prstGeom prst="rect">
            <a:avLst/>
          </a:prstGeom>
        </p:spPr>
        <p:txBody>
          <a:bodyPr vert="horz" lIns="94657" tIns="47329" rIns="94657" bIns="47329" rtlCol="0" anchor="b"/>
          <a:lstStyle>
            <a:lvl1pPr algn="r">
              <a:defRPr sz="12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fld id="{30C005C8-BD53-41EA-B159-BC12A6DFFB7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3274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61761-E086-BF0F-DF59-9CC7E2244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B59C121-4E83-A385-E02C-D5D87532B4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E0A465-AFB7-6B61-8E95-A3F1B5C8A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3C6A3D-2E08-9EAA-40C7-865E3D18E1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7819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CE72D-2D75-40FD-B9C5-E48E40FDAF15}" type="datetime1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0" y="0"/>
            <a:ext cx="2844800" cy="923385"/>
            <a:chOff x="0" y="1206500"/>
            <a:chExt cx="2343150" cy="689865"/>
          </a:xfrm>
        </p:grpSpPr>
        <p:sp>
          <p:nvSpPr>
            <p:cNvPr id="11" name="제목 1"/>
            <p:cNvSpPr txBox="1">
              <a:spLocks/>
            </p:cNvSpPr>
            <p:nvPr userDrawn="1"/>
          </p:nvSpPr>
          <p:spPr>
            <a:xfrm>
              <a:off x="0" y="1206501"/>
              <a:ext cx="2243303" cy="6898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vert="horz" lIns="180000" tIns="0" rIns="180000" bIns="0" rtlCol="0" anchor="ctr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ko-KR" altLang="en-US" sz="2400" dirty="0">
                <a:solidFill>
                  <a:schemeClr val="accent4"/>
                </a:solidFill>
                <a:latin typeface="+mn-ea"/>
                <a:ea typeface="+mn-ea"/>
                <a:cs typeface="Tahoma" panose="020B0604030504040204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2243083" y="1206500"/>
              <a:ext cx="100067" cy="6898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-1" y="677165"/>
            <a:ext cx="2723309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6" name="직선 연결선 15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제목 개체 틀 1"/>
          <p:cNvSpPr>
            <a:spLocks noGrp="1"/>
          </p:cNvSpPr>
          <p:nvPr>
            <p:ph type="title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15053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CE72D-2D75-40FD-B9C5-E48E40FDAF15}" type="datetime1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0" y="0"/>
            <a:ext cx="2844800" cy="923385"/>
            <a:chOff x="0" y="1206500"/>
            <a:chExt cx="2343150" cy="689865"/>
          </a:xfrm>
        </p:grpSpPr>
        <p:sp>
          <p:nvSpPr>
            <p:cNvPr id="11" name="제목 1"/>
            <p:cNvSpPr txBox="1">
              <a:spLocks/>
            </p:cNvSpPr>
            <p:nvPr userDrawn="1"/>
          </p:nvSpPr>
          <p:spPr>
            <a:xfrm>
              <a:off x="0" y="1206501"/>
              <a:ext cx="2243303" cy="6898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vert="horz" lIns="180000" tIns="0" rIns="180000" bIns="0" rtlCol="0" anchor="ctr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ko-KR" altLang="en-US" sz="2400" dirty="0">
                <a:solidFill>
                  <a:schemeClr val="accent4"/>
                </a:solidFill>
                <a:latin typeface="+mn-ea"/>
                <a:ea typeface="+mn-ea"/>
                <a:cs typeface="Tahoma" panose="020B0604030504040204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2243083" y="1206500"/>
              <a:ext cx="100067" cy="6898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-1" y="677165"/>
            <a:ext cx="2723309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6" name="직선 연결선 15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제목 개체 틀 1"/>
          <p:cNvSpPr>
            <a:spLocks noGrp="1"/>
          </p:cNvSpPr>
          <p:nvPr>
            <p:ph type="title"/>
          </p:nvPr>
        </p:nvSpPr>
        <p:spPr>
          <a:xfrm>
            <a:off x="0" y="274320"/>
            <a:ext cx="2708636" cy="398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7D14E75-92C3-4B89-BE74-A6BDEFD9235C}"/>
              </a:ext>
            </a:extLst>
          </p:cNvPr>
          <p:cNvSpPr/>
          <p:nvPr userDrawn="1"/>
        </p:nvSpPr>
        <p:spPr>
          <a:xfrm>
            <a:off x="-4710" y="0"/>
            <a:ext cx="2723309" cy="2617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altLang="ko-KR" b="1" dirty="0"/>
              <a:t>CASE STUDY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802530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CE929-8EFF-45A1-94DE-CC72DB08EDB3}" type="datetime1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2" name="제목 1"/>
          <p:cNvSpPr txBox="1">
            <a:spLocks/>
          </p:cNvSpPr>
          <p:nvPr userDrawn="1"/>
        </p:nvSpPr>
        <p:spPr>
          <a:xfrm>
            <a:off x="0" y="1"/>
            <a:ext cx="2723577" cy="92338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180000" tIns="0" rIns="18000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400" dirty="0">
              <a:solidFill>
                <a:schemeClr val="accent4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2723309" y="0"/>
            <a:ext cx="121491" cy="92338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-1" y="677165"/>
            <a:ext cx="2723309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="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="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="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="0" baseline="0" dirty="0">
                <a:solidFill>
                  <a:schemeClr val="bg2"/>
                </a:solidFill>
              </a:rPr>
              <a:t> </a:t>
            </a:r>
            <a:r>
              <a:rPr lang="en-US" altLang="ko-KR" sz="1000" b="0" dirty="0">
                <a:solidFill>
                  <a:schemeClr val="bg2"/>
                </a:solidFill>
              </a:rPr>
              <a:t>All Right</a:t>
            </a:r>
            <a:r>
              <a:rPr lang="en-US" altLang="ko-KR" sz="1000" b="0" baseline="0" dirty="0">
                <a:solidFill>
                  <a:schemeClr val="bg2"/>
                </a:solidFill>
              </a:rPr>
              <a:t>s Reserved.</a:t>
            </a:r>
            <a:endParaRPr lang="ko-KR" altLang="en-US" sz="1000" b="0" dirty="0">
              <a:solidFill>
                <a:schemeClr val="bg2"/>
              </a:solidFill>
            </a:endParaRPr>
          </a:p>
        </p:txBody>
      </p:sp>
      <p:cxnSp>
        <p:nvCxnSpPr>
          <p:cNvPr id="15" name="직선 연결선 14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개체 틀 1"/>
          <p:cNvSpPr>
            <a:spLocks noGrp="1"/>
          </p:cNvSpPr>
          <p:nvPr userDrawn="1">
            <p:ph type="title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rgbClr val="FFFF00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7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8" name="텍스트 개체 틀 21"/>
          <p:cNvSpPr>
            <a:spLocks noGrp="1"/>
          </p:cNvSpPr>
          <p:nvPr userDrawn="1"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868736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5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8016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0423" y="549176"/>
            <a:ext cx="2886612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6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8" y="1315935"/>
            <a:ext cx="6655698" cy="269882"/>
          </a:xfr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952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4" name="텍스트 개체 틀 28"/>
          <p:cNvSpPr>
            <a:spLocks noGrp="1"/>
          </p:cNvSpPr>
          <p:nvPr>
            <p:ph type="body" sz="quarter" idx="18"/>
          </p:nvPr>
        </p:nvSpPr>
        <p:spPr>
          <a:xfrm>
            <a:off x="732408" y="1742184"/>
            <a:ext cx="6655698" cy="271677"/>
          </a:xfrm>
          <a:noFill/>
          <a:ln>
            <a:noFill/>
          </a:ln>
        </p:spPr>
        <p:txBody>
          <a:bodyPr wrap="square"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782826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71677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0266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71677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8088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6AA719-D96A-4F3C-897B-F269EE83DF44}" type="datetime1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1129210" y="0"/>
            <a:ext cx="1062789" cy="7339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 b="1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/>
              </a:defRPr>
            </a:lvl1pPr>
          </a:lstStyle>
          <a:p>
            <a:fld id="{3875FC6C-1516-4DC4-8C58-3090F7D4F00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863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0" r:id="rId3"/>
    <p:sldLayoutId id="2147483654" r:id="rId4"/>
    <p:sldLayoutId id="2147483655" r:id="rId5"/>
    <p:sldLayoutId id="2147483656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556FA-D358-80D4-A94A-AE090E52A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19156FC-DDB7-48A0-6A63-E564AA31E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0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0B3DBDF-BE6C-A314-4784-46483F1E1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15F9BA0-5DB9-DD95-3010-2E16CCCC6A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특허법 체계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02A4881-2C76-C6B4-3CEE-B2D8B632AD41}"/>
              </a:ext>
            </a:extLst>
          </p:cNvPr>
          <p:cNvSpPr/>
          <p:nvPr/>
        </p:nvSpPr>
        <p:spPr>
          <a:xfrm>
            <a:off x="1244284" y="2152137"/>
            <a:ext cx="552862" cy="498328"/>
          </a:xfrm>
          <a:prstGeom prst="rect">
            <a:avLst/>
          </a:prstGeom>
          <a:ln w="63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총칙</a:t>
            </a:r>
            <a:r>
              <a:rPr lang="en-US" altLang="ko-KR" sz="1200" dirty="0"/>
              <a:t>/</a:t>
            </a:r>
          </a:p>
          <a:p>
            <a:pPr algn="ctr"/>
            <a:r>
              <a:rPr lang="ko-KR" altLang="en-US" sz="1200" dirty="0" err="1"/>
              <a:t>보칙</a:t>
            </a:r>
            <a:endParaRPr lang="ko-KR" altLang="en-US" sz="12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F08902C-A4E2-245C-747F-94315E7FE6D4}"/>
              </a:ext>
            </a:extLst>
          </p:cNvPr>
          <p:cNvSpPr/>
          <p:nvPr/>
        </p:nvSpPr>
        <p:spPr>
          <a:xfrm>
            <a:off x="2118397" y="994294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목적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CFB12B1-5B73-5AB2-DFFB-6B0152014BB2}"/>
              </a:ext>
            </a:extLst>
          </p:cNvPr>
          <p:cNvSpPr/>
          <p:nvPr/>
        </p:nvSpPr>
        <p:spPr>
          <a:xfrm>
            <a:off x="2118397" y="123628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정의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20FB7A6-0A63-0CB3-FD47-EF1972A9E4E2}"/>
              </a:ext>
            </a:extLst>
          </p:cNvPr>
          <p:cNvSpPr/>
          <p:nvPr/>
        </p:nvSpPr>
        <p:spPr>
          <a:xfrm>
            <a:off x="2118397" y="1471128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행위능력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3~5①)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DA08712-931E-879E-B6DF-384E59258514}"/>
              </a:ext>
            </a:extLst>
          </p:cNvPr>
          <p:cNvSpPr/>
          <p:nvPr/>
        </p:nvSpPr>
        <p:spPr>
          <a:xfrm>
            <a:off x="2118397" y="1713120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대리인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3②, 5②~10, 12)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6994144-DE24-63A6-2A87-746F5B3ED580}"/>
              </a:ext>
            </a:extLst>
          </p:cNvPr>
          <p:cNvSpPr/>
          <p:nvPr/>
        </p:nvSpPr>
        <p:spPr>
          <a:xfrm>
            <a:off x="2118397" y="1945643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복수당사자 대표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11)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0FBDED4-1468-5679-35DA-505C4297FA10}"/>
              </a:ext>
            </a:extLst>
          </p:cNvPr>
          <p:cNvSpPr/>
          <p:nvPr/>
        </p:nvSpPr>
        <p:spPr>
          <a:xfrm>
            <a:off x="2118397" y="2187635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재외자의</a:t>
            </a:r>
            <a:r>
              <a:rPr lang="ko-KR" altLang="en-US" sz="1000" dirty="0">
                <a:solidFill>
                  <a:schemeClr val="tx1"/>
                </a:solidFill>
              </a:rPr>
              <a:t> 재판관할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13)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1A20F85-0B14-3543-7EC0-5FC32F40DBC8}"/>
              </a:ext>
            </a:extLst>
          </p:cNvPr>
          <p:cNvSpPr/>
          <p:nvPr/>
        </p:nvSpPr>
        <p:spPr>
          <a:xfrm>
            <a:off x="2118397" y="2438415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기일과 기간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14, 15)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23B0A0F-AB00-97A8-0D2D-07D68944A356}"/>
              </a:ext>
            </a:extLst>
          </p:cNvPr>
          <p:cNvSpPr/>
          <p:nvPr/>
        </p:nvSpPr>
        <p:spPr>
          <a:xfrm>
            <a:off x="2118397" y="2670267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특허에 관한 절차 일반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16, 28~28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5)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E15C14B-550E-C9E9-33C5-D4A7E865CE38}"/>
              </a:ext>
            </a:extLst>
          </p:cNvPr>
          <p:cNvSpPr/>
          <p:nvPr/>
        </p:nvSpPr>
        <p:spPr>
          <a:xfrm>
            <a:off x="2118397" y="290844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추후보완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17, 67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>
                <a:solidFill>
                  <a:schemeClr val="tx1"/>
                </a:solidFill>
              </a:rPr>
              <a:t>3)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8581B47-5A2F-D04D-FFD6-415A705215C4}"/>
              </a:ext>
            </a:extLst>
          </p:cNvPr>
          <p:cNvSpPr/>
          <p:nvPr/>
        </p:nvSpPr>
        <p:spPr>
          <a:xfrm>
            <a:off x="2118397" y="3139884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절차의 효력의 승계 및 절차의 속행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18, 19)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561064D-123C-B598-FD03-44294145CFB7}"/>
              </a:ext>
            </a:extLst>
          </p:cNvPr>
          <p:cNvSpPr/>
          <p:nvPr/>
        </p:nvSpPr>
        <p:spPr>
          <a:xfrm>
            <a:off x="2118397" y="337173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절차의 정지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20~24, 78, 164)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8" name="꺾인 연결선 17">
            <a:extLst>
              <a:ext uri="{FF2B5EF4-FFF2-40B4-BE49-F238E27FC236}">
                <a16:creationId xmlns:a16="http://schemas.microsoft.com/office/drawing/2014/main" id="{DC462496-18EB-084E-70BF-57EB85F83BAB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1797146" y="1085041"/>
            <a:ext cx="321251" cy="1316260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>
            <a:extLst>
              <a:ext uri="{FF2B5EF4-FFF2-40B4-BE49-F238E27FC236}">
                <a16:creationId xmlns:a16="http://schemas.microsoft.com/office/drawing/2014/main" id="{CC4036E2-881A-41A6-1B55-1B56C01B480F}"/>
              </a:ext>
            </a:extLst>
          </p:cNvPr>
          <p:cNvCxnSpPr>
            <a:cxnSpLocks/>
            <a:stCxn id="6" idx="3"/>
            <a:endCxn id="17" idx="1"/>
          </p:cNvCxnSpPr>
          <p:nvPr/>
        </p:nvCxnSpPr>
        <p:spPr>
          <a:xfrm>
            <a:off x="1797146" y="2401301"/>
            <a:ext cx="321251" cy="1061182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9">
            <a:extLst>
              <a:ext uri="{FF2B5EF4-FFF2-40B4-BE49-F238E27FC236}">
                <a16:creationId xmlns:a16="http://schemas.microsoft.com/office/drawing/2014/main" id="{F95C8E2A-BC97-A727-C4F1-D84109529028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1797146" y="1327033"/>
            <a:ext cx="321251" cy="1074268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꺾인 연결선 20">
            <a:extLst>
              <a:ext uri="{FF2B5EF4-FFF2-40B4-BE49-F238E27FC236}">
                <a16:creationId xmlns:a16="http://schemas.microsoft.com/office/drawing/2014/main" id="{F0A5C8D7-4174-0EBE-84A0-B5A107CC15E2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1797146" y="1561875"/>
            <a:ext cx="321251" cy="839426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꺾인 연결선 21">
            <a:extLst>
              <a:ext uri="{FF2B5EF4-FFF2-40B4-BE49-F238E27FC236}">
                <a16:creationId xmlns:a16="http://schemas.microsoft.com/office/drawing/2014/main" id="{6748AD0A-0EF4-268B-3ED8-BB581CF58C71}"/>
              </a:ext>
            </a:extLst>
          </p:cNvPr>
          <p:cNvCxnSpPr>
            <a:cxnSpLocks/>
            <a:stCxn id="6" idx="3"/>
            <a:endCxn id="13" idx="1"/>
          </p:cNvCxnSpPr>
          <p:nvPr/>
        </p:nvCxnSpPr>
        <p:spPr>
          <a:xfrm>
            <a:off x="1797146" y="2401301"/>
            <a:ext cx="321251" cy="127861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 22">
            <a:extLst>
              <a:ext uri="{FF2B5EF4-FFF2-40B4-BE49-F238E27FC236}">
                <a16:creationId xmlns:a16="http://schemas.microsoft.com/office/drawing/2014/main" id="{A06ABA6B-4612-59E0-6CE1-7F044FE8AA6F}"/>
              </a:ext>
            </a:extLst>
          </p:cNvPr>
          <p:cNvCxnSpPr>
            <a:cxnSpLocks/>
            <a:stCxn id="6" idx="3"/>
            <a:endCxn id="14" idx="1"/>
          </p:cNvCxnSpPr>
          <p:nvPr/>
        </p:nvCxnSpPr>
        <p:spPr>
          <a:xfrm>
            <a:off x="1797146" y="2401301"/>
            <a:ext cx="321251" cy="359713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>
            <a:extLst>
              <a:ext uri="{FF2B5EF4-FFF2-40B4-BE49-F238E27FC236}">
                <a16:creationId xmlns:a16="http://schemas.microsoft.com/office/drawing/2014/main" id="{002F75F0-756E-8D52-CAC4-9075D8BB37F2}"/>
              </a:ext>
            </a:extLst>
          </p:cNvPr>
          <p:cNvCxnSpPr>
            <a:cxnSpLocks/>
            <a:stCxn id="6" idx="3"/>
            <a:endCxn id="15" idx="1"/>
          </p:cNvCxnSpPr>
          <p:nvPr/>
        </p:nvCxnSpPr>
        <p:spPr>
          <a:xfrm>
            <a:off x="1797146" y="2401301"/>
            <a:ext cx="321251" cy="597892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 24">
            <a:extLst>
              <a:ext uri="{FF2B5EF4-FFF2-40B4-BE49-F238E27FC236}">
                <a16:creationId xmlns:a16="http://schemas.microsoft.com/office/drawing/2014/main" id="{AB031E9C-237C-83CA-F862-79367BD65624}"/>
              </a:ext>
            </a:extLst>
          </p:cNvPr>
          <p:cNvCxnSpPr>
            <a:cxnSpLocks/>
            <a:stCxn id="6" idx="3"/>
            <a:endCxn id="16" idx="1"/>
          </p:cNvCxnSpPr>
          <p:nvPr/>
        </p:nvCxnSpPr>
        <p:spPr>
          <a:xfrm>
            <a:off x="1797146" y="2401301"/>
            <a:ext cx="321251" cy="829330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25">
            <a:extLst>
              <a:ext uri="{FF2B5EF4-FFF2-40B4-BE49-F238E27FC236}">
                <a16:creationId xmlns:a16="http://schemas.microsoft.com/office/drawing/2014/main" id="{BCE1BE41-A6BE-FAD0-A979-28CA4F644CAD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 flipV="1">
            <a:off x="1797146" y="1803867"/>
            <a:ext cx="321251" cy="597434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꺾인 연결선 26">
            <a:extLst>
              <a:ext uri="{FF2B5EF4-FFF2-40B4-BE49-F238E27FC236}">
                <a16:creationId xmlns:a16="http://schemas.microsoft.com/office/drawing/2014/main" id="{7A960071-4538-DDAC-109F-1B40AFEED196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 flipV="1">
            <a:off x="1797146" y="2036390"/>
            <a:ext cx="321251" cy="364911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꺾인 연결선 27">
            <a:extLst>
              <a:ext uri="{FF2B5EF4-FFF2-40B4-BE49-F238E27FC236}">
                <a16:creationId xmlns:a16="http://schemas.microsoft.com/office/drawing/2014/main" id="{FFFD6CC0-934C-3110-DF01-253C4DF30F77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 flipV="1">
            <a:off x="1797146" y="2278382"/>
            <a:ext cx="321251" cy="122919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04913F-8656-E5C2-8564-6942E95AC7A6}"/>
              </a:ext>
            </a:extLst>
          </p:cNvPr>
          <p:cNvGrpSpPr/>
          <p:nvPr/>
        </p:nvGrpSpPr>
        <p:grpSpPr>
          <a:xfrm>
            <a:off x="6536267" y="1171792"/>
            <a:ext cx="4444979" cy="2279356"/>
            <a:chOff x="3987793" y="1037128"/>
            <a:chExt cx="3733785" cy="1752532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83D3A8F1-64FC-D875-0AEC-5B778E21BC83}"/>
                </a:ext>
              </a:extLst>
            </p:cNvPr>
            <p:cNvSpPr/>
            <p:nvPr/>
          </p:nvSpPr>
          <p:spPr>
            <a:xfrm>
              <a:off x="3987793" y="1888138"/>
              <a:ext cx="398311" cy="385993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dirty="0"/>
                <a:t>특허</a:t>
              </a:r>
              <a:endParaRPr lang="en-US" altLang="ko-KR" sz="1200" dirty="0"/>
            </a:p>
            <a:p>
              <a:pPr algn="ctr"/>
              <a:r>
                <a:rPr lang="ko-KR" altLang="en-US" sz="1200" dirty="0"/>
                <a:t>요건</a:t>
              </a: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E7E271AD-9DC2-C477-1A0C-C6FF763C3EB4}"/>
                </a:ext>
              </a:extLst>
            </p:cNvPr>
            <p:cNvSpPr/>
            <p:nvPr/>
          </p:nvSpPr>
          <p:spPr>
            <a:xfrm>
              <a:off x="4546567" y="1605364"/>
              <a:ext cx="950303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특허를 받을 수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없는 발명</a:t>
              </a: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511E5D24-E829-A06E-AAED-C5BE38895554}"/>
                </a:ext>
              </a:extLst>
            </p:cNvPr>
            <p:cNvSpPr/>
            <p:nvPr/>
          </p:nvSpPr>
          <p:spPr>
            <a:xfrm>
              <a:off x="4546568" y="1990474"/>
              <a:ext cx="950302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특허를 받을 수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있는 자</a:t>
              </a: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8C2AB4D9-D54C-71F4-2703-D6808FA2F254}"/>
                </a:ext>
              </a:extLst>
            </p:cNvPr>
            <p:cNvSpPr/>
            <p:nvPr/>
          </p:nvSpPr>
          <p:spPr>
            <a:xfrm>
              <a:off x="4546567" y="1205114"/>
              <a:ext cx="950303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특허를 받을 수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있는 발명</a:t>
              </a: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A006C778-0510-8070-E023-60BD04703598}"/>
                </a:ext>
              </a:extLst>
            </p:cNvPr>
            <p:cNvSpPr/>
            <p:nvPr/>
          </p:nvSpPr>
          <p:spPr>
            <a:xfrm>
              <a:off x="4546568" y="2378317"/>
              <a:ext cx="950302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특허를 받을 수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있는 출원</a:t>
              </a:r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C534FDA2-645C-CE6E-B5F0-73FE16E012B0}"/>
                </a:ext>
              </a:extLst>
            </p:cNvPr>
            <p:cNvGrpSpPr/>
            <p:nvPr/>
          </p:nvGrpSpPr>
          <p:grpSpPr>
            <a:xfrm>
              <a:off x="5713090" y="1037128"/>
              <a:ext cx="2008488" cy="1752532"/>
              <a:chOff x="9836379" y="3177270"/>
              <a:chExt cx="2251744" cy="1752532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D5404775-97BF-706D-0C4D-289CE2FA5229}"/>
                  </a:ext>
                </a:extLst>
              </p:cNvPr>
              <p:cNvSpPr/>
              <p:nvPr/>
            </p:nvSpPr>
            <p:spPr>
              <a:xfrm>
                <a:off x="9836379" y="3177270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협의의 특허요건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29)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E37BD26D-979F-28EF-B8F0-A07A46D79D73}"/>
                  </a:ext>
                </a:extLst>
              </p:cNvPr>
              <p:cNvSpPr/>
              <p:nvPr/>
            </p:nvSpPr>
            <p:spPr>
              <a:xfrm>
                <a:off x="9836379" y="3385132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선출원주의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36)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13534187-15B9-D6D3-ECFC-CA40F88E1A79}"/>
                  </a:ext>
                </a:extLst>
              </p:cNvPr>
              <p:cNvSpPr/>
              <p:nvPr/>
            </p:nvSpPr>
            <p:spPr>
              <a:xfrm>
                <a:off x="9836379" y="3574340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 err="1">
                    <a:solidFill>
                      <a:schemeClr val="tx1"/>
                    </a:solidFill>
                  </a:rPr>
                  <a:t>불특허발명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32)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23CE3B86-4EA9-8212-F8D6-59A5D3A5C730}"/>
                  </a:ext>
                </a:extLst>
              </p:cNvPr>
              <p:cNvSpPr/>
              <p:nvPr/>
            </p:nvSpPr>
            <p:spPr>
              <a:xfrm>
                <a:off x="9836379" y="3782202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국방상 필요한 발명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 41, 106)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DD22373E-E721-4ECC-CD10-3F00087FE447}"/>
                  </a:ext>
                </a:extLst>
              </p:cNvPr>
              <p:cNvSpPr/>
              <p:nvPr/>
            </p:nvSpPr>
            <p:spPr>
              <a:xfrm>
                <a:off x="9836379" y="3969271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출원인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25, 33, 44)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D373CEC7-D54D-91BD-BCBD-E46EA586B6C8}"/>
                  </a:ext>
                </a:extLst>
              </p:cNvPr>
              <p:cNvSpPr/>
              <p:nvPr/>
            </p:nvSpPr>
            <p:spPr>
              <a:xfrm>
                <a:off x="9836379" y="4160199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특허를 받을 수 있는 권리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37, 38)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168E58C2-6502-40FA-2961-8490AAFF1AB5}"/>
                  </a:ext>
                </a:extLst>
              </p:cNvPr>
              <p:cNvSpPr/>
              <p:nvPr/>
            </p:nvSpPr>
            <p:spPr>
              <a:xfrm>
                <a:off x="9836379" y="4358676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직무발명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 err="1">
                    <a:solidFill>
                      <a:schemeClr val="tx1"/>
                    </a:solidFill>
                  </a:rPr>
                  <a:t>발진법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2, 10~19, 58)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D26BFAA8-7E12-A452-3C0B-14041B0833D8}"/>
                  </a:ext>
                </a:extLst>
              </p:cNvPr>
              <p:cNvSpPr/>
              <p:nvPr/>
            </p:nvSpPr>
            <p:spPr>
              <a:xfrm>
                <a:off x="9836379" y="4558495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특허출원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42~42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3, 43)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60379381-8471-15E9-D8A9-FB4512ACAC1E}"/>
                  </a:ext>
                </a:extLst>
              </p:cNvPr>
              <p:cNvSpPr/>
              <p:nvPr/>
            </p:nvSpPr>
            <p:spPr>
              <a:xfrm>
                <a:off x="9836379" y="4773906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하나의 특허출원의 범위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45)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36" name="꺾인 연결선 35">
              <a:extLst>
                <a:ext uri="{FF2B5EF4-FFF2-40B4-BE49-F238E27FC236}">
                  <a16:creationId xmlns:a16="http://schemas.microsoft.com/office/drawing/2014/main" id="{36B22439-BCCE-2826-1973-FCEAF770FF0E}"/>
                </a:ext>
              </a:extLst>
            </p:cNvPr>
            <p:cNvCxnSpPr>
              <a:stCxn id="30" idx="3"/>
              <a:endCxn id="33" idx="1"/>
            </p:cNvCxnSpPr>
            <p:nvPr/>
          </p:nvCxnSpPr>
          <p:spPr>
            <a:xfrm flipV="1">
              <a:off x="4386104" y="1374002"/>
              <a:ext cx="160463" cy="707133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꺾인 연결선 36">
              <a:extLst>
                <a:ext uri="{FF2B5EF4-FFF2-40B4-BE49-F238E27FC236}">
                  <a16:creationId xmlns:a16="http://schemas.microsoft.com/office/drawing/2014/main" id="{A7263277-CB0D-D21D-569A-48F20A070F8F}"/>
                </a:ext>
              </a:extLst>
            </p:cNvPr>
            <p:cNvCxnSpPr>
              <a:stCxn id="30" idx="3"/>
              <a:endCxn id="34" idx="1"/>
            </p:cNvCxnSpPr>
            <p:nvPr/>
          </p:nvCxnSpPr>
          <p:spPr>
            <a:xfrm>
              <a:off x="4386104" y="2081135"/>
              <a:ext cx="160464" cy="466070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꺾인 연결선 37">
              <a:extLst>
                <a:ext uri="{FF2B5EF4-FFF2-40B4-BE49-F238E27FC236}">
                  <a16:creationId xmlns:a16="http://schemas.microsoft.com/office/drawing/2014/main" id="{A606D08A-8AA7-E454-5F7D-6DA9310118AC}"/>
                </a:ext>
              </a:extLst>
            </p:cNvPr>
            <p:cNvCxnSpPr>
              <a:stCxn id="30" idx="3"/>
              <a:endCxn id="31" idx="1"/>
            </p:cNvCxnSpPr>
            <p:nvPr/>
          </p:nvCxnSpPr>
          <p:spPr>
            <a:xfrm flipV="1">
              <a:off x="4386104" y="1774252"/>
              <a:ext cx="160463" cy="306883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꺾인 연결선 38">
              <a:extLst>
                <a:ext uri="{FF2B5EF4-FFF2-40B4-BE49-F238E27FC236}">
                  <a16:creationId xmlns:a16="http://schemas.microsoft.com/office/drawing/2014/main" id="{7E0C5415-B7B0-752C-24B8-76054345ACAA}"/>
                </a:ext>
              </a:extLst>
            </p:cNvPr>
            <p:cNvCxnSpPr>
              <a:stCxn id="30" idx="3"/>
              <a:endCxn id="32" idx="1"/>
            </p:cNvCxnSpPr>
            <p:nvPr/>
          </p:nvCxnSpPr>
          <p:spPr>
            <a:xfrm>
              <a:off x="4386104" y="2081135"/>
              <a:ext cx="160464" cy="78227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꺾인 연결선 39">
              <a:extLst>
                <a:ext uri="{FF2B5EF4-FFF2-40B4-BE49-F238E27FC236}">
                  <a16:creationId xmlns:a16="http://schemas.microsoft.com/office/drawing/2014/main" id="{D35F9CB4-EC43-53D3-2915-A5F79DA08E18}"/>
                </a:ext>
              </a:extLst>
            </p:cNvPr>
            <p:cNvCxnSpPr>
              <a:stCxn id="33" idx="3"/>
              <a:endCxn id="49" idx="1"/>
            </p:cNvCxnSpPr>
            <p:nvPr/>
          </p:nvCxnSpPr>
          <p:spPr>
            <a:xfrm flipV="1">
              <a:off x="5496870" y="1115076"/>
              <a:ext cx="216220" cy="258926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꺾인 연결선 40">
              <a:extLst>
                <a:ext uri="{FF2B5EF4-FFF2-40B4-BE49-F238E27FC236}">
                  <a16:creationId xmlns:a16="http://schemas.microsoft.com/office/drawing/2014/main" id="{C7605DFB-40D4-F608-87C0-E2B055A053B9}"/>
                </a:ext>
              </a:extLst>
            </p:cNvPr>
            <p:cNvCxnSpPr>
              <a:stCxn id="33" idx="3"/>
              <a:endCxn id="50" idx="1"/>
            </p:cNvCxnSpPr>
            <p:nvPr/>
          </p:nvCxnSpPr>
          <p:spPr>
            <a:xfrm flipV="1">
              <a:off x="5496870" y="1322938"/>
              <a:ext cx="216220" cy="51064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꺾인 연결선 41">
              <a:extLst>
                <a:ext uri="{FF2B5EF4-FFF2-40B4-BE49-F238E27FC236}">
                  <a16:creationId xmlns:a16="http://schemas.microsoft.com/office/drawing/2014/main" id="{7693EE32-0CF3-59CC-EF1B-BCA69032088F}"/>
                </a:ext>
              </a:extLst>
            </p:cNvPr>
            <p:cNvCxnSpPr>
              <a:stCxn id="31" idx="3"/>
              <a:endCxn id="51" idx="1"/>
            </p:cNvCxnSpPr>
            <p:nvPr/>
          </p:nvCxnSpPr>
          <p:spPr>
            <a:xfrm flipV="1">
              <a:off x="5496870" y="1512146"/>
              <a:ext cx="216220" cy="262106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꺾인 연결선 42">
              <a:extLst>
                <a:ext uri="{FF2B5EF4-FFF2-40B4-BE49-F238E27FC236}">
                  <a16:creationId xmlns:a16="http://schemas.microsoft.com/office/drawing/2014/main" id="{7563D47F-FD06-B272-F789-7B95E30F8EDE}"/>
                </a:ext>
              </a:extLst>
            </p:cNvPr>
            <p:cNvCxnSpPr>
              <a:stCxn id="31" idx="3"/>
              <a:endCxn id="52" idx="1"/>
            </p:cNvCxnSpPr>
            <p:nvPr/>
          </p:nvCxnSpPr>
          <p:spPr>
            <a:xfrm flipV="1">
              <a:off x="5496870" y="1720008"/>
              <a:ext cx="216220" cy="54244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꺾인 연결선 43">
              <a:extLst>
                <a:ext uri="{FF2B5EF4-FFF2-40B4-BE49-F238E27FC236}">
                  <a16:creationId xmlns:a16="http://schemas.microsoft.com/office/drawing/2014/main" id="{AC09087E-3881-2E5C-C302-5543D889349C}"/>
                </a:ext>
              </a:extLst>
            </p:cNvPr>
            <p:cNvCxnSpPr>
              <a:stCxn id="32" idx="3"/>
              <a:endCxn id="53" idx="1"/>
            </p:cNvCxnSpPr>
            <p:nvPr/>
          </p:nvCxnSpPr>
          <p:spPr>
            <a:xfrm flipV="1">
              <a:off x="5496870" y="1907077"/>
              <a:ext cx="216220" cy="252285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꺾인 연결선 44">
              <a:extLst>
                <a:ext uri="{FF2B5EF4-FFF2-40B4-BE49-F238E27FC236}">
                  <a16:creationId xmlns:a16="http://schemas.microsoft.com/office/drawing/2014/main" id="{5FB4ADD2-F8BA-A342-CB02-B6D41D17B0EB}"/>
                </a:ext>
              </a:extLst>
            </p:cNvPr>
            <p:cNvCxnSpPr>
              <a:stCxn id="32" idx="3"/>
              <a:endCxn id="54" idx="1"/>
            </p:cNvCxnSpPr>
            <p:nvPr/>
          </p:nvCxnSpPr>
          <p:spPr>
            <a:xfrm flipV="1">
              <a:off x="5496870" y="2098005"/>
              <a:ext cx="216220" cy="61357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꺾인 연결선 45">
              <a:extLst>
                <a:ext uri="{FF2B5EF4-FFF2-40B4-BE49-F238E27FC236}">
                  <a16:creationId xmlns:a16="http://schemas.microsoft.com/office/drawing/2014/main" id="{5E1D8AF9-5041-C594-D57D-17CEA1A8831A}"/>
                </a:ext>
              </a:extLst>
            </p:cNvPr>
            <p:cNvCxnSpPr>
              <a:stCxn id="32" idx="3"/>
              <a:endCxn id="55" idx="1"/>
            </p:cNvCxnSpPr>
            <p:nvPr/>
          </p:nvCxnSpPr>
          <p:spPr>
            <a:xfrm>
              <a:off x="5496870" y="2159362"/>
              <a:ext cx="216220" cy="137120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꺾인 연결선 46">
              <a:extLst>
                <a:ext uri="{FF2B5EF4-FFF2-40B4-BE49-F238E27FC236}">
                  <a16:creationId xmlns:a16="http://schemas.microsoft.com/office/drawing/2014/main" id="{68E27186-B41D-BD85-0724-58578D0199B9}"/>
                </a:ext>
              </a:extLst>
            </p:cNvPr>
            <p:cNvCxnSpPr>
              <a:stCxn id="34" idx="3"/>
              <a:endCxn id="56" idx="1"/>
            </p:cNvCxnSpPr>
            <p:nvPr/>
          </p:nvCxnSpPr>
          <p:spPr>
            <a:xfrm flipV="1">
              <a:off x="5496870" y="2496301"/>
              <a:ext cx="216220" cy="50904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꺾인 연결선 47">
              <a:extLst>
                <a:ext uri="{FF2B5EF4-FFF2-40B4-BE49-F238E27FC236}">
                  <a16:creationId xmlns:a16="http://schemas.microsoft.com/office/drawing/2014/main" id="{37DC243E-E9F3-1196-D1BE-5C019EB7369B}"/>
                </a:ext>
              </a:extLst>
            </p:cNvPr>
            <p:cNvCxnSpPr>
              <a:stCxn id="34" idx="3"/>
              <a:endCxn id="57" idx="1"/>
            </p:cNvCxnSpPr>
            <p:nvPr/>
          </p:nvCxnSpPr>
          <p:spPr>
            <a:xfrm>
              <a:off x="5496870" y="2547205"/>
              <a:ext cx="216220" cy="164507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9A0D865-F3DF-A986-505B-FE91AF317921}"/>
              </a:ext>
            </a:extLst>
          </p:cNvPr>
          <p:cNvSpPr/>
          <p:nvPr/>
        </p:nvSpPr>
        <p:spPr>
          <a:xfrm>
            <a:off x="906097" y="4898289"/>
            <a:ext cx="472526" cy="503727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/>
              <a:t>이익</a:t>
            </a:r>
            <a:endParaRPr lang="en-US" altLang="ko-KR" sz="1200" dirty="0"/>
          </a:p>
          <a:p>
            <a:pPr algn="ctr"/>
            <a:r>
              <a:rPr lang="ko-KR" altLang="en-US" sz="1200" dirty="0"/>
              <a:t>제도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E0E9491D-A29B-CDBC-CC1E-63E4F5BA181F}"/>
              </a:ext>
            </a:extLst>
          </p:cNvPr>
          <p:cNvSpPr/>
          <p:nvPr/>
        </p:nvSpPr>
        <p:spPr>
          <a:xfrm>
            <a:off x="2487992" y="4226191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공지예외적용주장출원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30)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DD12FCA7-4987-A72A-007D-FFBD15AFDF92}"/>
              </a:ext>
            </a:extLst>
          </p:cNvPr>
          <p:cNvSpPr/>
          <p:nvPr/>
        </p:nvSpPr>
        <p:spPr>
          <a:xfrm>
            <a:off x="2487992" y="4599179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정당한 권리자의 보호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34, 35, 99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F228DA33-96C6-6C63-C523-1CB5F466B631}"/>
              </a:ext>
            </a:extLst>
          </p:cNvPr>
          <p:cNvSpPr/>
          <p:nvPr/>
        </p:nvSpPr>
        <p:spPr>
          <a:xfrm>
            <a:off x="2487992" y="4870443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보정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46, 47, 51)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2C9688E2-0E0A-7C47-A8E3-AEB65519A40E}"/>
              </a:ext>
            </a:extLst>
          </p:cNvPr>
          <p:cNvSpPr/>
          <p:nvPr/>
        </p:nvSpPr>
        <p:spPr>
          <a:xfrm>
            <a:off x="2487992" y="5446506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분리출원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52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D045225C-A117-6526-5E3B-C88D1FF9AEBE}"/>
              </a:ext>
            </a:extLst>
          </p:cNvPr>
          <p:cNvSpPr/>
          <p:nvPr/>
        </p:nvSpPr>
        <p:spPr>
          <a:xfrm>
            <a:off x="2487992" y="5717771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변경출원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53)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3CF5D317-18AC-5CC5-19AA-C4706FC24280}"/>
              </a:ext>
            </a:extLst>
          </p:cNvPr>
          <p:cNvSpPr/>
          <p:nvPr/>
        </p:nvSpPr>
        <p:spPr>
          <a:xfrm>
            <a:off x="2487992" y="6022943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조약우선권주장출원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54)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ED2BDAB1-D338-E814-A4B6-2B288007B04B}"/>
              </a:ext>
            </a:extLst>
          </p:cNvPr>
          <p:cNvSpPr/>
          <p:nvPr/>
        </p:nvSpPr>
        <p:spPr>
          <a:xfrm>
            <a:off x="2487992" y="6294208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국내우선권주장출원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55, 56)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3A08CDCE-FF17-FDB0-BACE-0A1BE1468B97}"/>
              </a:ext>
            </a:extLst>
          </p:cNvPr>
          <p:cNvSpPr/>
          <p:nvPr/>
        </p:nvSpPr>
        <p:spPr>
          <a:xfrm>
            <a:off x="1519197" y="5145136"/>
            <a:ext cx="722622" cy="4408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출원일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소급제도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C747D26-030A-E185-C016-36E2411D4146}"/>
              </a:ext>
            </a:extLst>
          </p:cNvPr>
          <p:cNvSpPr/>
          <p:nvPr/>
        </p:nvSpPr>
        <p:spPr>
          <a:xfrm>
            <a:off x="1519197" y="6056851"/>
            <a:ext cx="722622" cy="4408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판단시점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>
                <a:solidFill>
                  <a:schemeClr val="tx1"/>
                </a:solidFill>
              </a:rPr>
              <a:t>소급제도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63" name="꺾인 연결선 62">
            <a:extLst>
              <a:ext uri="{FF2B5EF4-FFF2-40B4-BE49-F238E27FC236}">
                <a16:creationId xmlns:a16="http://schemas.microsoft.com/office/drawing/2014/main" id="{482FF6D8-EEB8-016F-BA70-A6B14F04FD3C}"/>
              </a:ext>
            </a:extLst>
          </p:cNvPr>
          <p:cNvCxnSpPr>
            <a:stCxn id="59" idx="3"/>
            <a:endCxn id="72" idx="1"/>
          </p:cNvCxnSpPr>
          <p:nvPr/>
        </p:nvCxnSpPr>
        <p:spPr>
          <a:xfrm flipV="1">
            <a:off x="1378623" y="4327915"/>
            <a:ext cx="1109369" cy="822238"/>
          </a:xfrm>
          <a:prstGeom prst="bentConnector3">
            <a:avLst>
              <a:gd name="adj1" fmla="val 6212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꺾인 연결선 63">
            <a:extLst>
              <a:ext uri="{FF2B5EF4-FFF2-40B4-BE49-F238E27FC236}">
                <a16:creationId xmlns:a16="http://schemas.microsoft.com/office/drawing/2014/main" id="{E74B0113-22F1-460E-A6C1-2275B6FB9221}"/>
              </a:ext>
            </a:extLst>
          </p:cNvPr>
          <p:cNvCxnSpPr>
            <a:stCxn id="59" idx="3"/>
            <a:endCxn id="62" idx="1"/>
          </p:cNvCxnSpPr>
          <p:nvPr/>
        </p:nvCxnSpPr>
        <p:spPr>
          <a:xfrm>
            <a:off x="1378623" y="5150153"/>
            <a:ext cx="140574" cy="112710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꺾인 연결선 64">
            <a:extLst>
              <a:ext uri="{FF2B5EF4-FFF2-40B4-BE49-F238E27FC236}">
                <a16:creationId xmlns:a16="http://schemas.microsoft.com/office/drawing/2014/main" id="{2FA715B1-4404-1E0A-B7B8-1941B2CBAF84}"/>
              </a:ext>
            </a:extLst>
          </p:cNvPr>
          <p:cNvCxnSpPr>
            <a:stCxn id="59" idx="3"/>
            <a:endCxn id="61" idx="1"/>
          </p:cNvCxnSpPr>
          <p:nvPr/>
        </p:nvCxnSpPr>
        <p:spPr>
          <a:xfrm>
            <a:off x="1378623" y="5150153"/>
            <a:ext cx="140574" cy="215386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꺾인 연결선 65">
            <a:extLst>
              <a:ext uri="{FF2B5EF4-FFF2-40B4-BE49-F238E27FC236}">
                <a16:creationId xmlns:a16="http://schemas.microsoft.com/office/drawing/2014/main" id="{DD1E8DCF-A089-351F-CCB7-B2F64FA715E5}"/>
              </a:ext>
            </a:extLst>
          </p:cNvPr>
          <p:cNvCxnSpPr>
            <a:stCxn id="61" idx="3"/>
            <a:endCxn id="73" idx="1"/>
          </p:cNvCxnSpPr>
          <p:nvPr/>
        </p:nvCxnSpPr>
        <p:spPr>
          <a:xfrm flipV="1">
            <a:off x="2241819" y="4700903"/>
            <a:ext cx="246173" cy="664635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66">
            <a:extLst>
              <a:ext uri="{FF2B5EF4-FFF2-40B4-BE49-F238E27FC236}">
                <a16:creationId xmlns:a16="http://schemas.microsoft.com/office/drawing/2014/main" id="{E088D016-EDAD-1935-4B5B-FC4CC9AE9061}"/>
              </a:ext>
            </a:extLst>
          </p:cNvPr>
          <p:cNvCxnSpPr>
            <a:stCxn id="61" idx="3"/>
            <a:endCxn id="76" idx="1"/>
          </p:cNvCxnSpPr>
          <p:nvPr/>
        </p:nvCxnSpPr>
        <p:spPr>
          <a:xfrm>
            <a:off x="2241819" y="5365539"/>
            <a:ext cx="246173" cy="453957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꺾인 연결선 67">
            <a:extLst>
              <a:ext uri="{FF2B5EF4-FFF2-40B4-BE49-F238E27FC236}">
                <a16:creationId xmlns:a16="http://schemas.microsoft.com/office/drawing/2014/main" id="{AF021985-161A-9810-F9C6-E464D322862B}"/>
              </a:ext>
            </a:extLst>
          </p:cNvPr>
          <p:cNvCxnSpPr>
            <a:stCxn id="61" idx="3"/>
            <a:endCxn id="74" idx="1"/>
          </p:cNvCxnSpPr>
          <p:nvPr/>
        </p:nvCxnSpPr>
        <p:spPr>
          <a:xfrm flipV="1">
            <a:off x="2241819" y="4972167"/>
            <a:ext cx="246173" cy="393371"/>
          </a:xfrm>
          <a:prstGeom prst="bentConnector3">
            <a:avLst>
              <a:gd name="adj1" fmla="val 50001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꺾인 연결선 68">
            <a:extLst>
              <a:ext uri="{FF2B5EF4-FFF2-40B4-BE49-F238E27FC236}">
                <a16:creationId xmlns:a16="http://schemas.microsoft.com/office/drawing/2014/main" id="{E5A34E09-323C-5B65-156E-3092A649A953}"/>
              </a:ext>
            </a:extLst>
          </p:cNvPr>
          <p:cNvCxnSpPr>
            <a:stCxn id="61" idx="3"/>
            <a:endCxn id="75" idx="1"/>
          </p:cNvCxnSpPr>
          <p:nvPr/>
        </p:nvCxnSpPr>
        <p:spPr>
          <a:xfrm>
            <a:off x="2241819" y="5365539"/>
            <a:ext cx="246173" cy="182692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꺾인 연결선 69">
            <a:extLst>
              <a:ext uri="{FF2B5EF4-FFF2-40B4-BE49-F238E27FC236}">
                <a16:creationId xmlns:a16="http://schemas.microsoft.com/office/drawing/2014/main" id="{9B9C4AD4-9B6F-944D-F40B-74B8737EBF24}"/>
              </a:ext>
            </a:extLst>
          </p:cNvPr>
          <p:cNvCxnSpPr>
            <a:cxnSpLocks/>
            <a:stCxn id="62" idx="3"/>
            <a:endCxn id="77" idx="1"/>
          </p:cNvCxnSpPr>
          <p:nvPr/>
        </p:nvCxnSpPr>
        <p:spPr>
          <a:xfrm flipV="1">
            <a:off x="2241819" y="6124667"/>
            <a:ext cx="246173" cy="152586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 70">
            <a:extLst>
              <a:ext uri="{FF2B5EF4-FFF2-40B4-BE49-F238E27FC236}">
                <a16:creationId xmlns:a16="http://schemas.microsoft.com/office/drawing/2014/main" id="{C33CF8E7-E22B-AF30-227E-B132E82180E8}"/>
              </a:ext>
            </a:extLst>
          </p:cNvPr>
          <p:cNvCxnSpPr>
            <a:cxnSpLocks/>
            <a:stCxn id="62" idx="3"/>
            <a:endCxn id="78" idx="1"/>
          </p:cNvCxnSpPr>
          <p:nvPr/>
        </p:nvCxnSpPr>
        <p:spPr>
          <a:xfrm>
            <a:off x="2241819" y="6277254"/>
            <a:ext cx="246173" cy="118678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0315997D-58BE-9AC8-95D2-740EDB0A7958}"/>
              </a:ext>
            </a:extLst>
          </p:cNvPr>
          <p:cNvGrpSpPr/>
          <p:nvPr/>
        </p:nvGrpSpPr>
        <p:grpSpPr>
          <a:xfrm>
            <a:off x="7001934" y="4076201"/>
            <a:ext cx="3979312" cy="2368895"/>
            <a:chOff x="7340600" y="4076201"/>
            <a:chExt cx="3640645" cy="2368895"/>
          </a:xfrm>
        </p:grpSpPr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3EEFFC56-B4E5-6F8F-AD28-0BFF2A8A25A7}"/>
                </a:ext>
              </a:extLst>
            </p:cNvPr>
            <p:cNvSpPr/>
            <p:nvPr/>
          </p:nvSpPr>
          <p:spPr>
            <a:xfrm>
              <a:off x="7340600" y="5011587"/>
              <a:ext cx="448769" cy="399529"/>
            </a:xfrm>
            <a:prstGeom prst="rect">
              <a:avLst/>
            </a:prstGeom>
            <a:ln w="3175"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dirty="0"/>
                <a:t>심사</a:t>
              </a:r>
              <a:endParaRPr lang="en-US" altLang="ko-KR" sz="1200" dirty="0"/>
            </a:p>
            <a:p>
              <a:pPr algn="ctr"/>
              <a:r>
                <a:rPr lang="en-US" altLang="ko-KR" sz="1200" dirty="0"/>
                <a:t>(</a:t>
              </a:r>
              <a:r>
                <a:rPr lang="ko-KR" altLang="en-US" sz="1200" dirty="0"/>
                <a:t>제도</a:t>
              </a:r>
              <a:r>
                <a:rPr lang="en-US" altLang="ko-KR" sz="1200" dirty="0"/>
                <a:t>)</a:t>
              </a:r>
              <a:endParaRPr lang="ko-KR" altLang="en-US" sz="1200" dirty="0"/>
            </a:p>
          </p:txBody>
        </p:sp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B54BA30D-7BDD-CB42-A7E5-C0F63C62CF7E}"/>
                </a:ext>
              </a:extLst>
            </p:cNvPr>
            <p:cNvGrpSpPr/>
            <p:nvPr/>
          </p:nvGrpSpPr>
          <p:grpSpPr>
            <a:xfrm>
              <a:off x="7967112" y="4305504"/>
              <a:ext cx="471444" cy="1770110"/>
              <a:chOff x="2707314" y="4441447"/>
              <a:chExt cx="786730" cy="1770110"/>
            </a:xfrm>
          </p:grpSpPr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9CF41DFE-E759-526B-4B26-887DE2ECB769}"/>
                  </a:ext>
                </a:extLst>
              </p:cNvPr>
              <p:cNvSpPr/>
              <p:nvPr/>
            </p:nvSpPr>
            <p:spPr>
              <a:xfrm>
                <a:off x="2707314" y="4441447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주체</a:t>
                </a:r>
              </a:p>
            </p:txBody>
          </p:sp>
          <p:sp>
            <p:nvSpPr>
              <p:cNvPr id="109" name="직사각형 108">
                <a:extLst>
                  <a:ext uri="{FF2B5EF4-FFF2-40B4-BE49-F238E27FC236}">
                    <a16:creationId xmlns:a16="http://schemas.microsoft.com/office/drawing/2014/main" id="{D6FE9201-568D-38F4-F36E-F08AD8FDB354}"/>
                  </a:ext>
                </a:extLst>
              </p:cNvPr>
              <p:cNvSpPr/>
              <p:nvPr/>
            </p:nvSpPr>
            <p:spPr>
              <a:xfrm>
                <a:off x="2707314" y="4839210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청구</a:t>
                </a:r>
              </a:p>
            </p:txBody>
          </p:sp>
          <p:sp>
            <p:nvSpPr>
              <p:cNvPr id="110" name="직사각형 109">
                <a:extLst>
                  <a:ext uri="{FF2B5EF4-FFF2-40B4-BE49-F238E27FC236}">
                    <a16:creationId xmlns:a16="http://schemas.microsoft.com/office/drawing/2014/main" id="{AADD4820-991D-6B08-D387-0AAE0A357C05}"/>
                  </a:ext>
                </a:extLst>
              </p:cNvPr>
              <p:cNvSpPr/>
              <p:nvPr/>
            </p:nvSpPr>
            <p:spPr>
              <a:xfrm>
                <a:off x="2707314" y="5258685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진행</a:t>
                </a:r>
              </a:p>
            </p:txBody>
          </p:sp>
          <p:sp>
            <p:nvSpPr>
              <p:cNvPr id="111" name="직사각형 110">
                <a:extLst>
                  <a:ext uri="{FF2B5EF4-FFF2-40B4-BE49-F238E27FC236}">
                    <a16:creationId xmlns:a16="http://schemas.microsoft.com/office/drawing/2014/main" id="{DF3383A7-7AF2-D8C7-134A-A22219EAA5B8}"/>
                  </a:ext>
                </a:extLst>
              </p:cNvPr>
              <p:cNvSpPr/>
              <p:nvPr/>
            </p:nvSpPr>
            <p:spPr>
              <a:xfrm>
                <a:off x="2707314" y="5656447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종료</a:t>
                </a:r>
              </a:p>
            </p:txBody>
          </p:sp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07480E63-9336-9D0D-5502-E4C135EB04AB}"/>
                  </a:ext>
                </a:extLst>
              </p:cNvPr>
              <p:cNvSpPr/>
              <p:nvPr/>
            </p:nvSpPr>
            <p:spPr>
              <a:xfrm>
                <a:off x="2707314" y="6036746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관련</a:t>
                </a:r>
              </a:p>
            </p:txBody>
          </p:sp>
        </p:grpSp>
        <p:cxnSp>
          <p:nvCxnSpPr>
            <p:cNvPr id="82" name="꺾인 연결선 81">
              <a:extLst>
                <a:ext uri="{FF2B5EF4-FFF2-40B4-BE49-F238E27FC236}">
                  <a16:creationId xmlns:a16="http://schemas.microsoft.com/office/drawing/2014/main" id="{04E79084-B999-09A7-9CF6-22357A7D2D23}"/>
                </a:ext>
              </a:extLst>
            </p:cNvPr>
            <p:cNvCxnSpPr>
              <a:stCxn id="80" idx="3"/>
              <a:endCxn id="108" idx="1"/>
            </p:cNvCxnSpPr>
            <p:nvPr/>
          </p:nvCxnSpPr>
          <p:spPr>
            <a:xfrm flipV="1">
              <a:off x="7789369" y="4392910"/>
              <a:ext cx="177743" cy="818442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꺾인 연결선 82">
              <a:extLst>
                <a:ext uri="{FF2B5EF4-FFF2-40B4-BE49-F238E27FC236}">
                  <a16:creationId xmlns:a16="http://schemas.microsoft.com/office/drawing/2014/main" id="{59E1899C-2C92-FF86-D75F-B2D403A81040}"/>
                </a:ext>
              </a:extLst>
            </p:cNvPr>
            <p:cNvCxnSpPr>
              <a:stCxn id="80" idx="3"/>
              <a:endCxn id="112" idx="1"/>
            </p:cNvCxnSpPr>
            <p:nvPr/>
          </p:nvCxnSpPr>
          <p:spPr>
            <a:xfrm>
              <a:off x="7789369" y="5211352"/>
              <a:ext cx="177743" cy="776857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꺾인 연결선 83">
              <a:extLst>
                <a:ext uri="{FF2B5EF4-FFF2-40B4-BE49-F238E27FC236}">
                  <a16:creationId xmlns:a16="http://schemas.microsoft.com/office/drawing/2014/main" id="{E5CF753C-DC2D-9A5C-8934-44B0C9B97BE9}"/>
                </a:ext>
              </a:extLst>
            </p:cNvPr>
            <p:cNvCxnSpPr>
              <a:stCxn id="80" idx="3"/>
              <a:endCxn id="109" idx="1"/>
            </p:cNvCxnSpPr>
            <p:nvPr/>
          </p:nvCxnSpPr>
          <p:spPr>
            <a:xfrm flipV="1">
              <a:off x="7789369" y="4790673"/>
              <a:ext cx="177743" cy="420679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꺾인 연결선 84">
              <a:extLst>
                <a:ext uri="{FF2B5EF4-FFF2-40B4-BE49-F238E27FC236}">
                  <a16:creationId xmlns:a16="http://schemas.microsoft.com/office/drawing/2014/main" id="{EA178618-B377-BEB6-3B67-1AB55AB935CD}"/>
                </a:ext>
              </a:extLst>
            </p:cNvPr>
            <p:cNvCxnSpPr>
              <a:stCxn id="80" idx="3"/>
              <a:endCxn id="111" idx="1"/>
            </p:cNvCxnSpPr>
            <p:nvPr/>
          </p:nvCxnSpPr>
          <p:spPr>
            <a:xfrm>
              <a:off x="7789369" y="5211352"/>
              <a:ext cx="177743" cy="396558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꺾인 연결선 85">
              <a:extLst>
                <a:ext uri="{FF2B5EF4-FFF2-40B4-BE49-F238E27FC236}">
                  <a16:creationId xmlns:a16="http://schemas.microsoft.com/office/drawing/2014/main" id="{0EFEEC1D-E736-4BA4-0D93-0D45B86C4DF7}"/>
                </a:ext>
              </a:extLst>
            </p:cNvPr>
            <p:cNvCxnSpPr>
              <a:stCxn id="80" idx="3"/>
              <a:endCxn id="110" idx="1"/>
            </p:cNvCxnSpPr>
            <p:nvPr/>
          </p:nvCxnSpPr>
          <p:spPr>
            <a:xfrm flipV="1">
              <a:off x="7789369" y="5210148"/>
              <a:ext cx="177743" cy="1204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46E38B7F-BBD7-01B3-5F81-96F8C655F1C4}"/>
                </a:ext>
              </a:extLst>
            </p:cNvPr>
            <p:cNvGrpSpPr/>
            <p:nvPr/>
          </p:nvGrpSpPr>
          <p:grpSpPr>
            <a:xfrm>
              <a:off x="8563424" y="4076201"/>
              <a:ext cx="2417821" cy="2368895"/>
              <a:chOff x="3618912" y="4212144"/>
              <a:chExt cx="3438525" cy="2368895"/>
            </a:xfrm>
          </p:grpSpPr>
          <p:sp>
            <p:nvSpPr>
              <p:cNvPr id="98" name="직사각형 97">
                <a:extLst>
                  <a:ext uri="{FF2B5EF4-FFF2-40B4-BE49-F238E27FC236}">
                    <a16:creationId xmlns:a16="http://schemas.microsoft.com/office/drawing/2014/main" id="{3ADD1A0B-329E-08BF-E92A-0ECFC1888C24}"/>
                  </a:ext>
                </a:extLst>
              </p:cNvPr>
              <p:cNvSpPr/>
              <p:nvPr/>
            </p:nvSpPr>
            <p:spPr>
              <a:xfrm>
                <a:off x="3618912" y="4212144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심사관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57</a:t>
                </a:r>
                <a:r>
                  <a:rPr lang="en-US" altLang="ko-KR" sz="1000">
                    <a:solidFill>
                      <a:schemeClr val="tx1"/>
                    </a:solidFill>
                  </a:rPr>
                  <a:t>, 68)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9" name="직사각형 98">
                <a:extLst>
                  <a:ext uri="{FF2B5EF4-FFF2-40B4-BE49-F238E27FC236}">
                    <a16:creationId xmlns:a16="http://schemas.microsoft.com/office/drawing/2014/main" id="{D829F950-FABD-76EB-3356-186962DC72AB}"/>
                  </a:ext>
                </a:extLst>
              </p:cNvPr>
              <p:cNvSpPr/>
              <p:nvPr/>
            </p:nvSpPr>
            <p:spPr>
              <a:xfrm>
                <a:off x="3618912" y="4435206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전문기관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58, 58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0" name="직사각형 99">
                <a:extLst>
                  <a:ext uri="{FF2B5EF4-FFF2-40B4-BE49-F238E27FC236}">
                    <a16:creationId xmlns:a16="http://schemas.microsoft.com/office/drawing/2014/main" id="{7EEF2E98-34D9-0115-24A6-9BB9931A1141}"/>
                  </a:ext>
                </a:extLst>
              </p:cNvPr>
              <p:cNvSpPr/>
              <p:nvPr/>
            </p:nvSpPr>
            <p:spPr>
              <a:xfrm>
                <a:off x="3618912" y="5479998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출원의 무효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취하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포기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4DF890D0-B822-2C0D-6FA8-C5FFF967E4ED}"/>
                  </a:ext>
                </a:extLst>
              </p:cNvPr>
              <p:cNvSpPr/>
              <p:nvPr/>
            </p:nvSpPr>
            <p:spPr>
              <a:xfrm>
                <a:off x="3618912" y="5703059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특허여부결정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)(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62, 63, 66~67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35788AB2-2A46-ADB3-9902-01A479591A49}"/>
                  </a:ext>
                </a:extLst>
              </p:cNvPr>
              <p:cNvSpPr/>
              <p:nvPr/>
            </p:nvSpPr>
            <p:spPr>
              <a:xfrm>
                <a:off x="3618912" y="4668743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심사청구제도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59, 60)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26B37113-B219-9201-C403-DBA919ED0B20}"/>
                  </a:ext>
                </a:extLst>
              </p:cNvPr>
              <p:cNvSpPr/>
              <p:nvPr/>
            </p:nvSpPr>
            <p:spPr>
              <a:xfrm>
                <a:off x="3618912" y="4891805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우선심사제도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61)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직사각형 103">
                <a:extLst>
                  <a:ext uri="{FF2B5EF4-FFF2-40B4-BE49-F238E27FC236}">
                    <a16:creationId xmlns:a16="http://schemas.microsoft.com/office/drawing/2014/main" id="{B051FA4A-6C16-2BA0-E069-BF45A94EE8D2}"/>
                  </a:ext>
                </a:extLst>
              </p:cNvPr>
              <p:cNvSpPr/>
              <p:nvPr/>
            </p:nvSpPr>
            <p:spPr>
              <a:xfrm>
                <a:off x="3618912" y="5178975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심사의 진행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62, 63, 63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5" name="직사각형 104">
                <a:extLst>
                  <a:ext uri="{FF2B5EF4-FFF2-40B4-BE49-F238E27FC236}">
                    <a16:creationId xmlns:a16="http://schemas.microsoft.com/office/drawing/2014/main" id="{DB10D8E3-4238-C77C-EE19-AB6EF256C8A0}"/>
                  </a:ext>
                </a:extLst>
              </p:cNvPr>
              <p:cNvSpPr/>
              <p:nvPr/>
            </p:nvSpPr>
            <p:spPr>
              <a:xfrm>
                <a:off x="3618912" y="5955831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정보제공제도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63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6" name="직사각형 105">
                <a:extLst>
                  <a:ext uri="{FF2B5EF4-FFF2-40B4-BE49-F238E27FC236}">
                    <a16:creationId xmlns:a16="http://schemas.microsoft.com/office/drawing/2014/main" id="{7CA65F70-4E14-8293-5242-613869B04484}"/>
                  </a:ext>
                </a:extLst>
              </p:cNvPr>
              <p:cNvSpPr/>
              <p:nvPr/>
            </p:nvSpPr>
            <p:spPr>
              <a:xfrm>
                <a:off x="3618912" y="6178893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출원공개제도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64, 65)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직사각형 106">
                <a:extLst>
                  <a:ext uri="{FF2B5EF4-FFF2-40B4-BE49-F238E27FC236}">
                    <a16:creationId xmlns:a16="http://schemas.microsoft.com/office/drawing/2014/main" id="{A0E9686C-7110-DC50-D8DD-9AE2CED96A93}"/>
                  </a:ext>
                </a:extLst>
              </p:cNvPr>
              <p:cNvSpPr/>
              <p:nvPr/>
            </p:nvSpPr>
            <p:spPr>
              <a:xfrm>
                <a:off x="3618912" y="6406228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 err="1">
                    <a:solidFill>
                      <a:schemeClr val="tx1"/>
                    </a:solidFill>
                  </a:rPr>
                  <a:t>타절차와의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 관계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78)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88" name="꺾인 연결선 87">
              <a:extLst>
                <a:ext uri="{FF2B5EF4-FFF2-40B4-BE49-F238E27FC236}">
                  <a16:creationId xmlns:a16="http://schemas.microsoft.com/office/drawing/2014/main" id="{300893BF-C7CB-27B4-DD19-709BA80D9ACD}"/>
                </a:ext>
              </a:extLst>
            </p:cNvPr>
            <p:cNvCxnSpPr>
              <a:stCxn id="108" idx="3"/>
              <a:endCxn id="98" idx="1"/>
            </p:cNvCxnSpPr>
            <p:nvPr/>
          </p:nvCxnSpPr>
          <p:spPr>
            <a:xfrm flipV="1">
              <a:off x="8438556" y="4163607"/>
              <a:ext cx="124868" cy="229303"/>
            </a:xfrm>
            <a:prstGeom prst="bentConnector3">
              <a:avLst>
                <a:gd name="adj1" fmla="val 50000"/>
              </a:avLst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꺾인 연결선 88">
              <a:extLst>
                <a:ext uri="{FF2B5EF4-FFF2-40B4-BE49-F238E27FC236}">
                  <a16:creationId xmlns:a16="http://schemas.microsoft.com/office/drawing/2014/main" id="{F1226E3E-3D88-A563-4755-86542B9C27DE}"/>
                </a:ext>
              </a:extLst>
            </p:cNvPr>
            <p:cNvCxnSpPr>
              <a:stCxn id="108" idx="3"/>
              <a:endCxn id="99" idx="1"/>
            </p:cNvCxnSpPr>
            <p:nvPr/>
          </p:nvCxnSpPr>
          <p:spPr>
            <a:xfrm flipV="1">
              <a:off x="8438556" y="4386669"/>
              <a:ext cx="124868" cy="6241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꺾인 연결선 89">
              <a:extLst>
                <a:ext uri="{FF2B5EF4-FFF2-40B4-BE49-F238E27FC236}">
                  <a16:creationId xmlns:a16="http://schemas.microsoft.com/office/drawing/2014/main" id="{0E0255A2-7823-EF3A-C24A-047937CC1825}"/>
                </a:ext>
              </a:extLst>
            </p:cNvPr>
            <p:cNvCxnSpPr>
              <a:stCxn id="109" idx="3"/>
              <a:endCxn id="102" idx="1"/>
            </p:cNvCxnSpPr>
            <p:nvPr/>
          </p:nvCxnSpPr>
          <p:spPr>
            <a:xfrm flipV="1">
              <a:off x="8438556" y="4620206"/>
              <a:ext cx="124868" cy="170467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꺾인 연결선 90">
              <a:extLst>
                <a:ext uri="{FF2B5EF4-FFF2-40B4-BE49-F238E27FC236}">
                  <a16:creationId xmlns:a16="http://schemas.microsoft.com/office/drawing/2014/main" id="{DE793F6E-0128-4F70-7C07-663736FEB3A6}"/>
                </a:ext>
              </a:extLst>
            </p:cNvPr>
            <p:cNvCxnSpPr>
              <a:stCxn id="109" idx="3"/>
              <a:endCxn id="103" idx="1"/>
            </p:cNvCxnSpPr>
            <p:nvPr/>
          </p:nvCxnSpPr>
          <p:spPr>
            <a:xfrm>
              <a:off x="8438556" y="4790673"/>
              <a:ext cx="124868" cy="52595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꺾인 연결선 91">
              <a:extLst>
                <a:ext uri="{FF2B5EF4-FFF2-40B4-BE49-F238E27FC236}">
                  <a16:creationId xmlns:a16="http://schemas.microsoft.com/office/drawing/2014/main" id="{6C9D4C6A-8C80-1D97-07BB-F17F3E5C7B50}"/>
                </a:ext>
              </a:extLst>
            </p:cNvPr>
            <p:cNvCxnSpPr>
              <a:stCxn id="110" idx="3"/>
              <a:endCxn id="104" idx="1"/>
            </p:cNvCxnSpPr>
            <p:nvPr/>
          </p:nvCxnSpPr>
          <p:spPr>
            <a:xfrm flipV="1">
              <a:off x="8438556" y="5130438"/>
              <a:ext cx="124868" cy="79710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꺾인 연결선 92">
              <a:extLst>
                <a:ext uri="{FF2B5EF4-FFF2-40B4-BE49-F238E27FC236}">
                  <a16:creationId xmlns:a16="http://schemas.microsoft.com/office/drawing/2014/main" id="{E3999BD8-3FA7-96B0-1734-6EFA1F5F557F}"/>
                </a:ext>
              </a:extLst>
            </p:cNvPr>
            <p:cNvCxnSpPr>
              <a:stCxn id="111" idx="3"/>
              <a:endCxn id="100" idx="1"/>
            </p:cNvCxnSpPr>
            <p:nvPr/>
          </p:nvCxnSpPr>
          <p:spPr>
            <a:xfrm flipV="1">
              <a:off x="8438556" y="5431461"/>
              <a:ext cx="124868" cy="176449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꺾인 연결선 93">
              <a:extLst>
                <a:ext uri="{FF2B5EF4-FFF2-40B4-BE49-F238E27FC236}">
                  <a16:creationId xmlns:a16="http://schemas.microsoft.com/office/drawing/2014/main" id="{4E2C52D3-698B-E905-CA17-5FE18917A6A5}"/>
                </a:ext>
              </a:extLst>
            </p:cNvPr>
            <p:cNvCxnSpPr>
              <a:stCxn id="111" idx="3"/>
              <a:endCxn id="101" idx="1"/>
            </p:cNvCxnSpPr>
            <p:nvPr/>
          </p:nvCxnSpPr>
          <p:spPr>
            <a:xfrm>
              <a:off x="8438556" y="5607910"/>
              <a:ext cx="124868" cy="46612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꺾인 연결선 94">
              <a:extLst>
                <a:ext uri="{FF2B5EF4-FFF2-40B4-BE49-F238E27FC236}">
                  <a16:creationId xmlns:a16="http://schemas.microsoft.com/office/drawing/2014/main" id="{324BB175-F5C9-CF3F-1E60-E4DDB91E56D2}"/>
                </a:ext>
              </a:extLst>
            </p:cNvPr>
            <p:cNvCxnSpPr>
              <a:stCxn id="112" idx="3"/>
              <a:endCxn id="105" idx="1"/>
            </p:cNvCxnSpPr>
            <p:nvPr/>
          </p:nvCxnSpPr>
          <p:spPr>
            <a:xfrm flipV="1">
              <a:off x="8438556" y="5907294"/>
              <a:ext cx="124868" cy="80915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꺾인 연결선 95">
              <a:extLst>
                <a:ext uri="{FF2B5EF4-FFF2-40B4-BE49-F238E27FC236}">
                  <a16:creationId xmlns:a16="http://schemas.microsoft.com/office/drawing/2014/main" id="{8885D3A5-EB83-A436-0C59-62DAD63F6392}"/>
                </a:ext>
              </a:extLst>
            </p:cNvPr>
            <p:cNvCxnSpPr>
              <a:stCxn id="112" idx="3"/>
              <a:endCxn id="106" idx="1"/>
            </p:cNvCxnSpPr>
            <p:nvPr/>
          </p:nvCxnSpPr>
          <p:spPr>
            <a:xfrm>
              <a:off x="8438556" y="5988209"/>
              <a:ext cx="124868" cy="142147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꺾인 연결선 96">
              <a:extLst>
                <a:ext uri="{FF2B5EF4-FFF2-40B4-BE49-F238E27FC236}">
                  <a16:creationId xmlns:a16="http://schemas.microsoft.com/office/drawing/2014/main" id="{561960E0-BB75-6FEC-AD08-AB16ABDEAF3E}"/>
                </a:ext>
              </a:extLst>
            </p:cNvPr>
            <p:cNvCxnSpPr>
              <a:stCxn id="112" idx="3"/>
              <a:endCxn id="107" idx="1"/>
            </p:cNvCxnSpPr>
            <p:nvPr/>
          </p:nvCxnSpPr>
          <p:spPr>
            <a:xfrm>
              <a:off x="8438556" y="5988209"/>
              <a:ext cx="124868" cy="369482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0648F863-F6D2-E384-0888-2368D3FA9E50}"/>
              </a:ext>
            </a:extLst>
          </p:cNvPr>
          <p:cNvSpPr/>
          <p:nvPr/>
        </p:nvSpPr>
        <p:spPr>
          <a:xfrm>
            <a:off x="5960556" y="3393490"/>
            <a:ext cx="914400" cy="91440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특허법</a:t>
            </a:r>
            <a:endParaRPr lang="en-US" altLang="ko-KR" dirty="0"/>
          </a:p>
          <a:p>
            <a:pPr algn="ctr"/>
            <a:r>
              <a:rPr lang="ko-KR" altLang="en-US" dirty="0"/>
              <a:t>체계도</a:t>
            </a:r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9E47D8F4-85ED-833F-723E-ED4912B69F19}"/>
              </a:ext>
            </a:extLst>
          </p:cNvPr>
          <p:cNvSpPr/>
          <p:nvPr/>
        </p:nvSpPr>
        <p:spPr>
          <a:xfrm>
            <a:off x="880857" y="2219587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094C0619-862E-C731-F657-5F4F8883A0E4}"/>
              </a:ext>
            </a:extLst>
          </p:cNvPr>
          <p:cNvSpPr/>
          <p:nvPr/>
        </p:nvSpPr>
        <p:spPr>
          <a:xfrm>
            <a:off x="6163733" y="2366819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0AE02566-E023-739A-4F4E-44AD284136F9}"/>
              </a:ext>
            </a:extLst>
          </p:cNvPr>
          <p:cNvSpPr/>
          <p:nvPr/>
        </p:nvSpPr>
        <p:spPr>
          <a:xfrm>
            <a:off x="542670" y="5005703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3166A959-466D-7EDA-3F90-BA7E3281010D}"/>
              </a:ext>
            </a:extLst>
          </p:cNvPr>
          <p:cNvSpPr/>
          <p:nvPr/>
        </p:nvSpPr>
        <p:spPr>
          <a:xfrm>
            <a:off x="6647019" y="5043860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18" name="자유형 117">
            <a:extLst>
              <a:ext uri="{FF2B5EF4-FFF2-40B4-BE49-F238E27FC236}">
                <a16:creationId xmlns:a16="http://schemas.microsoft.com/office/drawing/2014/main" id="{1F6DE333-DF18-BB26-7B1D-AEB7CFA5C22E}"/>
              </a:ext>
            </a:extLst>
          </p:cNvPr>
          <p:cNvSpPr/>
          <p:nvPr/>
        </p:nvSpPr>
        <p:spPr>
          <a:xfrm>
            <a:off x="1049867" y="2582332"/>
            <a:ext cx="4893733" cy="1423457"/>
          </a:xfrm>
          <a:custGeom>
            <a:avLst/>
            <a:gdLst>
              <a:gd name="connsiteX0" fmla="*/ 4893733 w 4893733"/>
              <a:gd name="connsiteY0" fmla="*/ 1295400 h 1295400"/>
              <a:gd name="connsiteX1" fmla="*/ 4893733 w 4893733"/>
              <a:gd name="connsiteY1" fmla="*/ 1295400 h 1295400"/>
              <a:gd name="connsiteX2" fmla="*/ 0 w 4893733"/>
              <a:gd name="connsiteY2" fmla="*/ 1295400 h 1295400"/>
              <a:gd name="connsiteX3" fmla="*/ 0 w 4893733"/>
              <a:gd name="connsiteY3" fmla="*/ 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93733" h="1295400">
                <a:moveTo>
                  <a:pt x="4893733" y="1295400"/>
                </a:moveTo>
                <a:lnTo>
                  <a:pt x="4893733" y="1295400"/>
                </a:lnTo>
                <a:lnTo>
                  <a:pt x="0" y="1295400"/>
                </a:lnTo>
                <a:lnTo>
                  <a:pt x="0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자유형 118">
            <a:extLst>
              <a:ext uri="{FF2B5EF4-FFF2-40B4-BE49-F238E27FC236}">
                <a16:creationId xmlns:a16="http://schemas.microsoft.com/office/drawing/2014/main" id="{3B600AA2-F03A-3EF8-3734-5EB561C8092D}"/>
              </a:ext>
            </a:extLst>
          </p:cNvPr>
          <p:cNvSpPr/>
          <p:nvPr/>
        </p:nvSpPr>
        <p:spPr>
          <a:xfrm>
            <a:off x="718458" y="3993619"/>
            <a:ext cx="5233610" cy="997811"/>
          </a:xfrm>
          <a:custGeom>
            <a:avLst/>
            <a:gdLst>
              <a:gd name="connsiteX0" fmla="*/ 5215467 w 5215467"/>
              <a:gd name="connsiteY0" fmla="*/ 0 h 965200"/>
              <a:gd name="connsiteX1" fmla="*/ 0 w 5215467"/>
              <a:gd name="connsiteY1" fmla="*/ 0 h 965200"/>
              <a:gd name="connsiteX2" fmla="*/ 0 w 5215467"/>
              <a:gd name="connsiteY2" fmla="*/ 965200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15467" h="965200">
                <a:moveTo>
                  <a:pt x="5215467" y="0"/>
                </a:moveTo>
                <a:lnTo>
                  <a:pt x="0" y="0"/>
                </a:lnTo>
                <a:lnTo>
                  <a:pt x="0" y="96520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자유형 119">
            <a:extLst>
              <a:ext uri="{FF2B5EF4-FFF2-40B4-BE49-F238E27FC236}">
                <a16:creationId xmlns:a16="http://schemas.microsoft.com/office/drawing/2014/main" id="{0AF5E701-4B8E-45F7-00D3-5EDB45A12DC7}"/>
              </a:ext>
            </a:extLst>
          </p:cNvPr>
          <p:cNvSpPr/>
          <p:nvPr/>
        </p:nvSpPr>
        <p:spPr>
          <a:xfrm>
            <a:off x="6383867" y="2726267"/>
            <a:ext cx="0" cy="668866"/>
          </a:xfrm>
          <a:custGeom>
            <a:avLst/>
            <a:gdLst>
              <a:gd name="connsiteX0" fmla="*/ 0 w 0"/>
              <a:gd name="connsiteY0" fmla="*/ 668866 h 668866"/>
              <a:gd name="connsiteX1" fmla="*/ 0 w 0"/>
              <a:gd name="connsiteY1" fmla="*/ 0 h 668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68866">
                <a:moveTo>
                  <a:pt x="0" y="668866"/>
                </a:moveTo>
                <a:lnTo>
                  <a:pt x="0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15B3E035-432E-E042-66D8-7E24B822CB9E}"/>
              </a:ext>
            </a:extLst>
          </p:cNvPr>
          <p:cNvCxnSpPr>
            <a:stCxn id="113" idx="2"/>
            <a:endCxn id="113" idx="2"/>
          </p:cNvCxnSpPr>
          <p:nvPr/>
        </p:nvCxnSpPr>
        <p:spPr>
          <a:xfrm>
            <a:off x="6417756" y="4307890"/>
            <a:ext cx="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자유형 121">
            <a:extLst>
              <a:ext uri="{FF2B5EF4-FFF2-40B4-BE49-F238E27FC236}">
                <a16:creationId xmlns:a16="http://schemas.microsoft.com/office/drawing/2014/main" id="{6611162B-2AB2-FFA9-C274-96009321FFDD}"/>
              </a:ext>
            </a:extLst>
          </p:cNvPr>
          <p:cNvSpPr/>
          <p:nvPr/>
        </p:nvSpPr>
        <p:spPr>
          <a:xfrm>
            <a:off x="6400800" y="4318000"/>
            <a:ext cx="262467" cy="897467"/>
          </a:xfrm>
          <a:custGeom>
            <a:avLst/>
            <a:gdLst>
              <a:gd name="connsiteX0" fmla="*/ 0 w 262467"/>
              <a:gd name="connsiteY0" fmla="*/ 0 h 897467"/>
              <a:gd name="connsiteX1" fmla="*/ 0 w 262467"/>
              <a:gd name="connsiteY1" fmla="*/ 0 h 897467"/>
              <a:gd name="connsiteX2" fmla="*/ 0 w 262467"/>
              <a:gd name="connsiteY2" fmla="*/ 897467 h 897467"/>
              <a:gd name="connsiteX3" fmla="*/ 262467 w 262467"/>
              <a:gd name="connsiteY3" fmla="*/ 897467 h 89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2467" h="897467">
                <a:moveTo>
                  <a:pt x="0" y="0"/>
                </a:moveTo>
                <a:lnTo>
                  <a:pt x="0" y="0"/>
                </a:lnTo>
                <a:lnTo>
                  <a:pt x="0" y="897467"/>
                </a:lnTo>
                <a:lnTo>
                  <a:pt x="262467" y="897467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A40F0961-CEA5-958E-3DFC-C007E834F16F}"/>
              </a:ext>
            </a:extLst>
          </p:cNvPr>
          <p:cNvSpPr/>
          <p:nvPr/>
        </p:nvSpPr>
        <p:spPr>
          <a:xfrm>
            <a:off x="2487992" y="5160972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분할출원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27" name="꺾인 연결선 67">
            <a:extLst>
              <a:ext uri="{FF2B5EF4-FFF2-40B4-BE49-F238E27FC236}">
                <a16:creationId xmlns:a16="http://schemas.microsoft.com/office/drawing/2014/main" id="{1078AD8A-29CF-6DE7-9745-A8F3D7E04F8E}"/>
              </a:ext>
            </a:extLst>
          </p:cNvPr>
          <p:cNvCxnSpPr>
            <a:cxnSpLocks/>
            <a:stCxn id="61" idx="3"/>
            <a:endCxn id="125" idx="1"/>
          </p:cNvCxnSpPr>
          <p:nvPr/>
        </p:nvCxnSpPr>
        <p:spPr>
          <a:xfrm flipV="1">
            <a:off x="2241819" y="5262696"/>
            <a:ext cx="246173" cy="10284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꺾인 연결선 68">
            <a:extLst>
              <a:ext uri="{FF2B5EF4-FFF2-40B4-BE49-F238E27FC236}">
                <a16:creationId xmlns:a16="http://schemas.microsoft.com/office/drawing/2014/main" id="{F44A4AE2-A5E0-8A98-E354-5AEF6BFAE572}"/>
              </a:ext>
            </a:extLst>
          </p:cNvPr>
          <p:cNvCxnSpPr>
            <a:cxnSpLocks/>
            <a:stCxn id="61" idx="3"/>
            <a:endCxn id="125" idx="1"/>
          </p:cNvCxnSpPr>
          <p:nvPr/>
        </p:nvCxnSpPr>
        <p:spPr>
          <a:xfrm flipV="1">
            <a:off x="2241819" y="5262696"/>
            <a:ext cx="246173" cy="10284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C4456C0D-8E78-7EB9-9EF8-DDBBCE231B19}"/>
              </a:ext>
            </a:extLst>
          </p:cNvPr>
          <p:cNvSpPr/>
          <p:nvPr/>
        </p:nvSpPr>
        <p:spPr>
          <a:xfrm>
            <a:off x="2118397" y="362248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보칙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215-224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3507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B6D81-4D7D-10E7-596A-D154ADF2B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0E82D86-D8FC-8921-AD6A-BA49BD4FD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4F1EA80-46B6-44FD-83C7-E2CD2BED3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DCF961C-C247-F2FD-5ABD-6432940743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특허법 체계</a:t>
            </a: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E16653FC-3453-57E8-E63A-C8FF7A75E823}"/>
              </a:ext>
            </a:extLst>
          </p:cNvPr>
          <p:cNvSpPr/>
          <p:nvPr/>
        </p:nvSpPr>
        <p:spPr>
          <a:xfrm>
            <a:off x="680604" y="2547021"/>
            <a:ext cx="545064" cy="552230"/>
          </a:xfrm>
          <a:prstGeom prst="rect">
            <a:avLst/>
          </a:prstGeom>
          <a:ln w="3175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/>
              <a:t>특허권</a:t>
            </a:r>
            <a:endParaRPr lang="ko-KR" altLang="en-US" sz="1200" dirty="0"/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1159C782-807A-D36E-7376-7B375B7D8E6C}"/>
              </a:ext>
            </a:extLst>
          </p:cNvPr>
          <p:cNvSpPr/>
          <p:nvPr/>
        </p:nvSpPr>
        <p:spPr>
          <a:xfrm>
            <a:off x="1383335" y="1239993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발생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57D9AC2C-CF7F-31B4-8F30-478B046B33AD}"/>
              </a:ext>
            </a:extLst>
          </p:cNvPr>
          <p:cNvSpPr/>
          <p:nvPr/>
        </p:nvSpPr>
        <p:spPr>
          <a:xfrm>
            <a:off x="1383335" y="1789781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효력</a:t>
            </a: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BFA11483-128C-775F-2BB7-FFFDA6DEECAD}"/>
              </a:ext>
            </a:extLst>
          </p:cNvPr>
          <p:cNvSpPr/>
          <p:nvPr/>
        </p:nvSpPr>
        <p:spPr>
          <a:xfrm>
            <a:off x="1383335" y="2944739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변동</a:t>
            </a: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5651393B-0C63-6B29-D6C1-0C7077237848}"/>
              </a:ext>
            </a:extLst>
          </p:cNvPr>
          <p:cNvSpPr/>
          <p:nvPr/>
        </p:nvSpPr>
        <p:spPr>
          <a:xfrm>
            <a:off x="1383335" y="3668083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소멸</a:t>
            </a: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AAF618E0-14B9-5906-1067-02CBAA81E107}"/>
              </a:ext>
            </a:extLst>
          </p:cNvPr>
          <p:cNvSpPr/>
          <p:nvPr/>
        </p:nvSpPr>
        <p:spPr>
          <a:xfrm>
            <a:off x="1383335" y="4175764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관련</a:t>
            </a:r>
          </a:p>
        </p:txBody>
      </p:sp>
      <p:cxnSp>
        <p:nvCxnSpPr>
          <p:cNvPr id="130" name="꺾인 연결선 129">
            <a:extLst>
              <a:ext uri="{FF2B5EF4-FFF2-40B4-BE49-F238E27FC236}">
                <a16:creationId xmlns:a16="http://schemas.microsoft.com/office/drawing/2014/main" id="{63BDC7C3-3DF6-79B6-6E5F-968571977A51}"/>
              </a:ext>
            </a:extLst>
          </p:cNvPr>
          <p:cNvCxnSpPr>
            <a:stCxn id="124" idx="3"/>
            <a:endCxn id="125" idx="1"/>
          </p:cNvCxnSpPr>
          <p:nvPr/>
        </p:nvCxnSpPr>
        <p:spPr>
          <a:xfrm flipV="1">
            <a:off x="1225668" y="1360804"/>
            <a:ext cx="157667" cy="146233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꺾인 연결선 130">
            <a:extLst>
              <a:ext uri="{FF2B5EF4-FFF2-40B4-BE49-F238E27FC236}">
                <a16:creationId xmlns:a16="http://schemas.microsoft.com/office/drawing/2014/main" id="{07FEA30C-7375-C024-B16F-0B2276D79687}"/>
              </a:ext>
            </a:extLst>
          </p:cNvPr>
          <p:cNvCxnSpPr>
            <a:stCxn id="124" idx="3"/>
            <a:endCxn id="129" idx="1"/>
          </p:cNvCxnSpPr>
          <p:nvPr/>
        </p:nvCxnSpPr>
        <p:spPr>
          <a:xfrm>
            <a:off x="1225668" y="2823136"/>
            <a:ext cx="157667" cy="147344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꺾인 연결선 131">
            <a:extLst>
              <a:ext uri="{FF2B5EF4-FFF2-40B4-BE49-F238E27FC236}">
                <a16:creationId xmlns:a16="http://schemas.microsoft.com/office/drawing/2014/main" id="{42FA9218-2164-3D47-743D-D196B7E40C4B}"/>
              </a:ext>
            </a:extLst>
          </p:cNvPr>
          <p:cNvCxnSpPr>
            <a:stCxn id="124" idx="3"/>
            <a:endCxn id="126" idx="1"/>
          </p:cNvCxnSpPr>
          <p:nvPr/>
        </p:nvCxnSpPr>
        <p:spPr>
          <a:xfrm flipV="1">
            <a:off x="1225668" y="1910593"/>
            <a:ext cx="157667" cy="9125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꺾인 연결선 132">
            <a:extLst>
              <a:ext uri="{FF2B5EF4-FFF2-40B4-BE49-F238E27FC236}">
                <a16:creationId xmlns:a16="http://schemas.microsoft.com/office/drawing/2014/main" id="{86C3A396-6737-857C-2585-8650DA1D1E8B}"/>
              </a:ext>
            </a:extLst>
          </p:cNvPr>
          <p:cNvCxnSpPr>
            <a:stCxn id="124" idx="3"/>
            <a:endCxn id="128" idx="1"/>
          </p:cNvCxnSpPr>
          <p:nvPr/>
        </p:nvCxnSpPr>
        <p:spPr>
          <a:xfrm>
            <a:off x="1225668" y="2823136"/>
            <a:ext cx="157667" cy="96575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꺾인 연결선 133">
            <a:extLst>
              <a:ext uri="{FF2B5EF4-FFF2-40B4-BE49-F238E27FC236}">
                <a16:creationId xmlns:a16="http://schemas.microsoft.com/office/drawing/2014/main" id="{4F54025F-CA96-BEB9-6FCD-AA6087041493}"/>
              </a:ext>
            </a:extLst>
          </p:cNvPr>
          <p:cNvCxnSpPr>
            <a:stCxn id="124" idx="3"/>
            <a:endCxn id="127" idx="1"/>
          </p:cNvCxnSpPr>
          <p:nvPr/>
        </p:nvCxnSpPr>
        <p:spPr>
          <a:xfrm>
            <a:off x="1225668" y="2823136"/>
            <a:ext cx="157667" cy="24241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52A1FC2B-C6FC-7E7E-3024-8B4DBF5A7327}"/>
              </a:ext>
            </a:extLst>
          </p:cNvPr>
          <p:cNvSpPr/>
          <p:nvPr/>
        </p:nvSpPr>
        <p:spPr>
          <a:xfrm>
            <a:off x="1927293" y="1027643"/>
            <a:ext cx="1744315" cy="1286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특허료의 납부 등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79~86)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E7B82152-9074-6108-7243-1A572E3A04BA}"/>
              </a:ext>
            </a:extLst>
          </p:cNvPr>
          <p:cNvSpPr/>
          <p:nvPr/>
        </p:nvSpPr>
        <p:spPr>
          <a:xfrm>
            <a:off x="1927294" y="1199840"/>
            <a:ext cx="1744314" cy="1467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설정등록 및 등록공고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87)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ED7599D9-22D3-8E25-D387-6C3EA21109B9}"/>
              </a:ext>
            </a:extLst>
          </p:cNvPr>
          <p:cNvSpPr/>
          <p:nvPr/>
        </p:nvSpPr>
        <p:spPr>
          <a:xfrm>
            <a:off x="1927295" y="3385001"/>
            <a:ext cx="991185" cy="1876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질권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121~123)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C643D8F9-D4C0-EE5A-986E-EBC96E0CC486}"/>
              </a:ext>
            </a:extLst>
          </p:cNvPr>
          <p:cNvSpPr/>
          <p:nvPr/>
        </p:nvSpPr>
        <p:spPr>
          <a:xfrm>
            <a:off x="1931244" y="3908454"/>
            <a:ext cx="38352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효과</a:t>
            </a: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8FDDDE2F-2293-9664-A328-8D2666023DDC}"/>
              </a:ext>
            </a:extLst>
          </p:cNvPr>
          <p:cNvSpPr/>
          <p:nvPr/>
        </p:nvSpPr>
        <p:spPr>
          <a:xfrm>
            <a:off x="1927295" y="1600786"/>
            <a:ext cx="387474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범위</a:t>
            </a: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EA0E8D33-3222-8F12-430E-6CA66CADA606}"/>
              </a:ext>
            </a:extLst>
          </p:cNvPr>
          <p:cNvSpPr/>
          <p:nvPr/>
        </p:nvSpPr>
        <p:spPr>
          <a:xfrm>
            <a:off x="1927295" y="2235641"/>
            <a:ext cx="387474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내용</a:t>
            </a: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2E0649B9-CB40-9A79-1E14-24A6260014CC}"/>
              </a:ext>
            </a:extLst>
          </p:cNvPr>
          <p:cNvSpPr/>
          <p:nvPr/>
        </p:nvSpPr>
        <p:spPr>
          <a:xfrm>
            <a:off x="1927295" y="3187241"/>
            <a:ext cx="99118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000" dirty="0" err="1">
                <a:solidFill>
                  <a:schemeClr val="tx2"/>
                </a:solidFill>
              </a:rPr>
              <a:t>실시권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6F2D6C31-D627-6900-9152-68EA5917346C}"/>
              </a:ext>
            </a:extLst>
          </p:cNvPr>
          <p:cNvSpPr/>
          <p:nvPr/>
        </p:nvSpPr>
        <p:spPr>
          <a:xfrm>
            <a:off x="1926619" y="4143059"/>
            <a:ext cx="1355344" cy="1535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실시보고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125)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AB2344B5-38BE-BD9B-568D-7DEB9D34B68D}"/>
              </a:ext>
            </a:extLst>
          </p:cNvPr>
          <p:cNvSpPr/>
          <p:nvPr/>
        </p:nvSpPr>
        <p:spPr>
          <a:xfrm>
            <a:off x="1926619" y="4320845"/>
            <a:ext cx="1355344" cy="1341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 err="1">
                <a:solidFill>
                  <a:schemeClr val="tx2"/>
                </a:solidFill>
              </a:rPr>
              <a:t>집행권원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125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144" name="꺾인 연결선 143">
            <a:extLst>
              <a:ext uri="{FF2B5EF4-FFF2-40B4-BE49-F238E27FC236}">
                <a16:creationId xmlns:a16="http://schemas.microsoft.com/office/drawing/2014/main" id="{BA76875F-28AA-EED0-FAE5-00A4EF27CE0A}"/>
              </a:ext>
            </a:extLst>
          </p:cNvPr>
          <p:cNvCxnSpPr>
            <a:stCxn id="125" idx="3"/>
            <a:endCxn id="135" idx="1"/>
          </p:cNvCxnSpPr>
          <p:nvPr/>
        </p:nvCxnSpPr>
        <p:spPr>
          <a:xfrm flipV="1">
            <a:off x="1774346" y="1091961"/>
            <a:ext cx="152947" cy="26884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꺾인 연결선 144">
            <a:extLst>
              <a:ext uri="{FF2B5EF4-FFF2-40B4-BE49-F238E27FC236}">
                <a16:creationId xmlns:a16="http://schemas.microsoft.com/office/drawing/2014/main" id="{61F569BF-7EBA-8524-1416-9DAAD13A495A}"/>
              </a:ext>
            </a:extLst>
          </p:cNvPr>
          <p:cNvCxnSpPr>
            <a:stCxn id="125" idx="3"/>
            <a:endCxn id="136" idx="1"/>
          </p:cNvCxnSpPr>
          <p:nvPr/>
        </p:nvCxnSpPr>
        <p:spPr>
          <a:xfrm flipV="1">
            <a:off x="1774346" y="1273240"/>
            <a:ext cx="152948" cy="8756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꺾인 연결선 145">
            <a:extLst>
              <a:ext uri="{FF2B5EF4-FFF2-40B4-BE49-F238E27FC236}">
                <a16:creationId xmlns:a16="http://schemas.microsoft.com/office/drawing/2014/main" id="{CFB61BCA-FDBD-1F3D-2A9C-4C2DE0DDC457}"/>
              </a:ext>
            </a:extLst>
          </p:cNvPr>
          <p:cNvCxnSpPr>
            <a:stCxn id="126" idx="3"/>
            <a:endCxn id="139" idx="1"/>
          </p:cNvCxnSpPr>
          <p:nvPr/>
        </p:nvCxnSpPr>
        <p:spPr>
          <a:xfrm flipV="1">
            <a:off x="1774346" y="1680091"/>
            <a:ext cx="152949" cy="23050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꺾인 연결선 146">
            <a:extLst>
              <a:ext uri="{FF2B5EF4-FFF2-40B4-BE49-F238E27FC236}">
                <a16:creationId xmlns:a16="http://schemas.microsoft.com/office/drawing/2014/main" id="{34C109F0-D8A5-469A-5A20-6461F0BE60AD}"/>
              </a:ext>
            </a:extLst>
          </p:cNvPr>
          <p:cNvCxnSpPr>
            <a:stCxn id="126" idx="3"/>
            <a:endCxn id="140" idx="1"/>
          </p:cNvCxnSpPr>
          <p:nvPr/>
        </p:nvCxnSpPr>
        <p:spPr>
          <a:xfrm>
            <a:off x="1774346" y="1910593"/>
            <a:ext cx="152949" cy="40435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꺾인 연결선 147">
            <a:extLst>
              <a:ext uri="{FF2B5EF4-FFF2-40B4-BE49-F238E27FC236}">
                <a16:creationId xmlns:a16="http://schemas.microsoft.com/office/drawing/2014/main" id="{95CF993F-DD58-06E3-C5BB-80126C8DC854}"/>
              </a:ext>
            </a:extLst>
          </p:cNvPr>
          <p:cNvCxnSpPr>
            <a:stCxn id="127" idx="3"/>
            <a:endCxn id="141" idx="1"/>
          </p:cNvCxnSpPr>
          <p:nvPr/>
        </p:nvCxnSpPr>
        <p:spPr>
          <a:xfrm>
            <a:off x="1774346" y="3065551"/>
            <a:ext cx="152949" cy="20099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꺾인 연결선 148">
            <a:extLst>
              <a:ext uri="{FF2B5EF4-FFF2-40B4-BE49-F238E27FC236}">
                <a16:creationId xmlns:a16="http://schemas.microsoft.com/office/drawing/2014/main" id="{1541F9AA-6982-043E-E7E1-79EAF22BD133}"/>
              </a:ext>
            </a:extLst>
          </p:cNvPr>
          <p:cNvCxnSpPr>
            <a:stCxn id="128" idx="3"/>
            <a:endCxn id="138" idx="1"/>
          </p:cNvCxnSpPr>
          <p:nvPr/>
        </p:nvCxnSpPr>
        <p:spPr>
          <a:xfrm>
            <a:off x="1774346" y="3788895"/>
            <a:ext cx="156898" cy="19886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꺾인 연결선 149">
            <a:extLst>
              <a:ext uri="{FF2B5EF4-FFF2-40B4-BE49-F238E27FC236}">
                <a16:creationId xmlns:a16="http://schemas.microsoft.com/office/drawing/2014/main" id="{8FF8E1FD-2210-0471-AC09-0D8791574B8F}"/>
              </a:ext>
            </a:extLst>
          </p:cNvPr>
          <p:cNvCxnSpPr>
            <a:stCxn id="129" idx="3"/>
            <a:endCxn id="142" idx="1"/>
          </p:cNvCxnSpPr>
          <p:nvPr/>
        </p:nvCxnSpPr>
        <p:spPr>
          <a:xfrm flipV="1">
            <a:off x="1774346" y="4219817"/>
            <a:ext cx="152273" cy="7675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꺾인 연결선 150">
            <a:extLst>
              <a:ext uri="{FF2B5EF4-FFF2-40B4-BE49-F238E27FC236}">
                <a16:creationId xmlns:a16="http://schemas.microsoft.com/office/drawing/2014/main" id="{33528FA5-3900-2FB7-CBB8-30F3BBE40CC8}"/>
              </a:ext>
            </a:extLst>
          </p:cNvPr>
          <p:cNvCxnSpPr>
            <a:stCxn id="129" idx="3"/>
            <a:endCxn id="143" idx="1"/>
          </p:cNvCxnSpPr>
          <p:nvPr/>
        </p:nvCxnSpPr>
        <p:spPr>
          <a:xfrm>
            <a:off x="1774346" y="4296575"/>
            <a:ext cx="152273" cy="9135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4E4F6532-D09B-D85B-EE83-4457FA115EC5}"/>
              </a:ext>
            </a:extLst>
          </p:cNvPr>
          <p:cNvSpPr/>
          <p:nvPr/>
        </p:nvSpPr>
        <p:spPr>
          <a:xfrm>
            <a:off x="2490834" y="1502332"/>
            <a:ext cx="42764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시간적</a:t>
            </a: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471A9C5A-AD7C-8F60-4A0B-3C9A5787F3FE}"/>
              </a:ext>
            </a:extLst>
          </p:cNvPr>
          <p:cNvSpPr/>
          <p:nvPr/>
        </p:nvSpPr>
        <p:spPr>
          <a:xfrm>
            <a:off x="2490834" y="1753955"/>
            <a:ext cx="42764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내용적</a:t>
            </a: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B7E81C54-CA13-F874-66C8-8E725673D307}"/>
              </a:ext>
            </a:extLst>
          </p:cNvPr>
          <p:cNvSpPr/>
          <p:nvPr/>
        </p:nvSpPr>
        <p:spPr>
          <a:xfrm>
            <a:off x="2490834" y="1966576"/>
            <a:ext cx="42764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지역적</a:t>
            </a: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603F1592-9A39-2A40-647E-6ECB2F2CC35C}"/>
              </a:ext>
            </a:extLst>
          </p:cNvPr>
          <p:cNvSpPr/>
          <p:nvPr/>
        </p:nvSpPr>
        <p:spPr>
          <a:xfrm>
            <a:off x="3028012" y="1406769"/>
            <a:ext cx="1665788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존속기간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88)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F9141640-FE9A-B85E-0B41-0DC08DDC43C7}"/>
              </a:ext>
            </a:extLst>
          </p:cNvPr>
          <p:cNvSpPr/>
          <p:nvPr/>
        </p:nvSpPr>
        <p:spPr>
          <a:xfrm>
            <a:off x="3028012" y="1577847"/>
            <a:ext cx="1665790" cy="1492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존속기간의 연장</a:t>
            </a:r>
            <a:r>
              <a:rPr lang="en-US" altLang="ko-KR" sz="800" dirty="0">
                <a:solidFill>
                  <a:schemeClr val="tx2"/>
                </a:solidFill>
              </a:rPr>
              <a:t>(</a:t>
            </a:r>
            <a:r>
              <a:rPr lang="ko-KR" altLang="en-US" sz="800" dirty="0">
                <a:solidFill>
                  <a:schemeClr val="tx2"/>
                </a:solidFill>
              </a:rPr>
              <a:t>法 </a:t>
            </a:r>
            <a:r>
              <a:rPr lang="en-US" altLang="ko-KR" sz="800" dirty="0">
                <a:solidFill>
                  <a:schemeClr val="tx2"/>
                </a:solidFill>
              </a:rPr>
              <a:t>89~93, 95)</a:t>
            </a:r>
            <a:endParaRPr lang="ko-KR" altLang="en-US" sz="800" dirty="0">
              <a:solidFill>
                <a:schemeClr val="tx2"/>
              </a:solidFill>
            </a:endParaRPr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7C11B92E-B259-02D9-2355-C9C83DEDFFEB}"/>
              </a:ext>
            </a:extLst>
          </p:cNvPr>
          <p:cNvSpPr/>
          <p:nvPr/>
        </p:nvSpPr>
        <p:spPr>
          <a:xfrm>
            <a:off x="3028012" y="1745004"/>
            <a:ext cx="1665788" cy="1857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청구범위</a:t>
            </a: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10C48461-6D5A-57A8-A382-954E4E83C3B8}"/>
              </a:ext>
            </a:extLst>
          </p:cNvPr>
          <p:cNvSpPr/>
          <p:nvPr/>
        </p:nvSpPr>
        <p:spPr>
          <a:xfrm>
            <a:off x="3028011" y="1966575"/>
            <a:ext cx="1665789" cy="1586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속지주의</a:t>
            </a: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BC40A040-C214-7BAA-F990-263CBD4B187A}"/>
              </a:ext>
            </a:extLst>
          </p:cNvPr>
          <p:cNvSpPr/>
          <p:nvPr/>
        </p:nvSpPr>
        <p:spPr>
          <a:xfrm>
            <a:off x="2500115" y="2247804"/>
            <a:ext cx="41836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의의</a:t>
            </a: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E5729DF8-D95E-DB34-106F-925F6181EC4C}"/>
              </a:ext>
            </a:extLst>
          </p:cNvPr>
          <p:cNvSpPr/>
          <p:nvPr/>
        </p:nvSpPr>
        <p:spPr>
          <a:xfrm>
            <a:off x="2500114" y="2523982"/>
            <a:ext cx="2193687" cy="1634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제한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81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3④, 96, 181/98)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869D0073-4170-9640-3CE1-E77717A74416}"/>
              </a:ext>
            </a:extLst>
          </p:cNvPr>
          <p:cNvSpPr/>
          <p:nvPr/>
        </p:nvSpPr>
        <p:spPr>
          <a:xfrm>
            <a:off x="2500114" y="2714241"/>
            <a:ext cx="219368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확장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127)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BFD9C756-64AB-EA4F-DEF6-ED9B5E19EC8E}"/>
              </a:ext>
            </a:extLst>
          </p:cNvPr>
          <p:cNvSpPr/>
          <p:nvPr/>
        </p:nvSpPr>
        <p:spPr>
          <a:xfrm>
            <a:off x="1927295" y="2927413"/>
            <a:ext cx="1564240" cy="1938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이전 및 공유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99, 99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6080F13D-5973-5673-5032-F47E69C86790}"/>
              </a:ext>
            </a:extLst>
          </p:cNvPr>
          <p:cNvSpPr/>
          <p:nvPr/>
        </p:nvSpPr>
        <p:spPr>
          <a:xfrm>
            <a:off x="3109057" y="3518950"/>
            <a:ext cx="2829345" cy="1332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 err="1">
                <a:solidFill>
                  <a:schemeClr val="tx2"/>
                </a:solidFill>
              </a:rPr>
              <a:t>강제실시권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106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2, 107~115, 138)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BA94B490-782F-9FDB-E547-9463EC247230}"/>
              </a:ext>
            </a:extLst>
          </p:cNvPr>
          <p:cNvSpPr/>
          <p:nvPr/>
        </p:nvSpPr>
        <p:spPr>
          <a:xfrm>
            <a:off x="3109057" y="3339094"/>
            <a:ext cx="2829345" cy="1397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 err="1">
                <a:solidFill>
                  <a:schemeClr val="tx2"/>
                </a:solidFill>
              </a:rPr>
              <a:t>법정실시권</a:t>
            </a:r>
            <a:r>
              <a:rPr lang="en-US" altLang="ko-KR" sz="800" dirty="0">
                <a:solidFill>
                  <a:schemeClr val="tx2"/>
                </a:solidFill>
              </a:rPr>
              <a:t>(</a:t>
            </a:r>
            <a:r>
              <a:rPr lang="ko-KR" altLang="en-US" sz="800" dirty="0">
                <a:solidFill>
                  <a:schemeClr val="tx2"/>
                </a:solidFill>
              </a:rPr>
              <a:t>法 </a:t>
            </a:r>
            <a:r>
              <a:rPr lang="en-US" altLang="ko-KR" sz="800" dirty="0">
                <a:solidFill>
                  <a:schemeClr val="tx2"/>
                </a:solidFill>
              </a:rPr>
              <a:t>81</a:t>
            </a:r>
            <a:r>
              <a:rPr lang="ko-KR" altLang="en-US" sz="800" dirty="0">
                <a:solidFill>
                  <a:schemeClr val="tx2"/>
                </a:solidFill>
              </a:rPr>
              <a:t>의</a:t>
            </a:r>
            <a:r>
              <a:rPr lang="en-US" altLang="ko-KR" sz="800" dirty="0">
                <a:solidFill>
                  <a:schemeClr val="tx2"/>
                </a:solidFill>
              </a:rPr>
              <a:t>3, 103~105, 122, 182,183, </a:t>
            </a:r>
            <a:r>
              <a:rPr lang="ko-KR" altLang="en-US" sz="800" dirty="0" err="1">
                <a:solidFill>
                  <a:schemeClr val="tx2"/>
                </a:solidFill>
              </a:rPr>
              <a:t>발진법</a:t>
            </a:r>
            <a:r>
              <a:rPr lang="en-US" altLang="ko-KR" sz="800" dirty="0">
                <a:solidFill>
                  <a:schemeClr val="tx2"/>
                </a:solidFill>
              </a:rPr>
              <a:t>10</a:t>
            </a:r>
            <a:r>
              <a:rPr lang="ko-KR" altLang="en-US" sz="800" dirty="0">
                <a:solidFill>
                  <a:schemeClr val="tx2"/>
                </a:solidFill>
              </a:rPr>
              <a:t>①</a:t>
            </a:r>
            <a:r>
              <a:rPr lang="en-US" altLang="ko-KR" sz="800" dirty="0">
                <a:solidFill>
                  <a:schemeClr val="tx2"/>
                </a:solidFill>
              </a:rPr>
              <a:t>)</a:t>
            </a:r>
            <a:endParaRPr lang="ko-KR" altLang="en-US" sz="800" dirty="0">
              <a:solidFill>
                <a:schemeClr val="tx2"/>
              </a:solidFill>
            </a:endParaRP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FAC43057-7F47-67D1-94AC-B682D6C89158}"/>
              </a:ext>
            </a:extLst>
          </p:cNvPr>
          <p:cNvSpPr/>
          <p:nvPr/>
        </p:nvSpPr>
        <p:spPr>
          <a:xfrm>
            <a:off x="3109057" y="3151440"/>
            <a:ext cx="2829345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일반론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100~102, 118)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2A255088-0E1E-0678-0295-6F61604B0A43}"/>
              </a:ext>
            </a:extLst>
          </p:cNvPr>
          <p:cNvSpPr/>
          <p:nvPr/>
        </p:nvSpPr>
        <p:spPr>
          <a:xfrm>
            <a:off x="1931244" y="3709590"/>
            <a:ext cx="38352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원인</a:t>
            </a: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DB000687-3BE7-1E1A-685A-8EB308060FBF}"/>
              </a:ext>
            </a:extLst>
          </p:cNvPr>
          <p:cNvSpPr/>
          <p:nvPr/>
        </p:nvSpPr>
        <p:spPr>
          <a:xfrm>
            <a:off x="2426794" y="3883877"/>
            <a:ext cx="1721991" cy="2093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장래소멸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119, 120, 124)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F1692D0A-25DD-A8AA-1E79-83A93D33B7B2}"/>
              </a:ext>
            </a:extLst>
          </p:cNvPr>
          <p:cNvSpPr/>
          <p:nvPr/>
        </p:nvSpPr>
        <p:spPr>
          <a:xfrm>
            <a:off x="2426794" y="3698412"/>
            <a:ext cx="1721991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소급소멸</a:t>
            </a:r>
          </a:p>
        </p:txBody>
      </p:sp>
      <p:cxnSp>
        <p:nvCxnSpPr>
          <p:cNvPr id="169" name="꺾인 연결선 168">
            <a:extLst>
              <a:ext uri="{FF2B5EF4-FFF2-40B4-BE49-F238E27FC236}">
                <a16:creationId xmlns:a16="http://schemas.microsoft.com/office/drawing/2014/main" id="{76CB4976-7566-3339-51B5-89106D0A4D1E}"/>
              </a:ext>
            </a:extLst>
          </p:cNvPr>
          <p:cNvCxnSpPr>
            <a:stCxn id="139" idx="3"/>
            <a:endCxn id="152" idx="1"/>
          </p:cNvCxnSpPr>
          <p:nvPr/>
        </p:nvCxnSpPr>
        <p:spPr>
          <a:xfrm flipV="1">
            <a:off x="2314769" y="1581638"/>
            <a:ext cx="176065" cy="9845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꺾인 연결선 169">
            <a:extLst>
              <a:ext uri="{FF2B5EF4-FFF2-40B4-BE49-F238E27FC236}">
                <a16:creationId xmlns:a16="http://schemas.microsoft.com/office/drawing/2014/main" id="{78613A2D-8B5F-4295-7D48-89053FD15C9D}"/>
              </a:ext>
            </a:extLst>
          </p:cNvPr>
          <p:cNvCxnSpPr>
            <a:stCxn id="139" idx="3"/>
            <a:endCxn id="153" idx="1"/>
          </p:cNvCxnSpPr>
          <p:nvPr/>
        </p:nvCxnSpPr>
        <p:spPr>
          <a:xfrm>
            <a:off x="2314769" y="1680091"/>
            <a:ext cx="176065" cy="15316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꺾인 연결선 170">
            <a:extLst>
              <a:ext uri="{FF2B5EF4-FFF2-40B4-BE49-F238E27FC236}">
                <a16:creationId xmlns:a16="http://schemas.microsoft.com/office/drawing/2014/main" id="{6F5E9561-AB48-E555-DEDF-1957DE0C4761}"/>
              </a:ext>
            </a:extLst>
          </p:cNvPr>
          <p:cNvCxnSpPr>
            <a:stCxn id="139" idx="3"/>
            <a:endCxn id="154" idx="1"/>
          </p:cNvCxnSpPr>
          <p:nvPr/>
        </p:nvCxnSpPr>
        <p:spPr>
          <a:xfrm>
            <a:off x="2314769" y="1680091"/>
            <a:ext cx="176065" cy="36579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꺾인 연결선 171">
            <a:extLst>
              <a:ext uri="{FF2B5EF4-FFF2-40B4-BE49-F238E27FC236}">
                <a16:creationId xmlns:a16="http://schemas.microsoft.com/office/drawing/2014/main" id="{D1578CBE-A5ED-ABDF-EBEC-5266D2570D99}"/>
              </a:ext>
            </a:extLst>
          </p:cNvPr>
          <p:cNvCxnSpPr>
            <a:stCxn id="152" idx="3"/>
            <a:endCxn id="155" idx="1"/>
          </p:cNvCxnSpPr>
          <p:nvPr/>
        </p:nvCxnSpPr>
        <p:spPr>
          <a:xfrm flipV="1">
            <a:off x="2918481" y="1486075"/>
            <a:ext cx="109531" cy="9556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꺾인 연결선 172">
            <a:extLst>
              <a:ext uri="{FF2B5EF4-FFF2-40B4-BE49-F238E27FC236}">
                <a16:creationId xmlns:a16="http://schemas.microsoft.com/office/drawing/2014/main" id="{83870B3E-29A2-4658-1317-8D64A759AAC8}"/>
              </a:ext>
            </a:extLst>
          </p:cNvPr>
          <p:cNvCxnSpPr>
            <a:stCxn id="152" idx="3"/>
            <a:endCxn id="156" idx="1"/>
          </p:cNvCxnSpPr>
          <p:nvPr/>
        </p:nvCxnSpPr>
        <p:spPr>
          <a:xfrm>
            <a:off x="2918481" y="1581638"/>
            <a:ext cx="109531" cy="7083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>
            <a:extLst>
              <a:ext uri="{FF2B5EF4-FFF2-40B4-BE49-F238E27FC236}">
                <a16:creationId xmlns:a16="http://schemas.microsoft.com/office/drawing/2014/main" id="{84C7AACD-3D5C-DA4C-7500-EEA9A5399417}"/>
              </a:ext>
            </a:extLst>
          </p:cNvPr>
          <p:cNvCxnSpPr>
            <a:stCxn id="153" idx="3"/>
            <a:endCxn id="157" idx="1"/>
          </p:cNvCxnSpPr>
          <p:nvPr/>
        </p:nvCxnSpPr>
        <p:spPr>
          <a:xfrm>
            <a:off x="2918481" y="1833260"/>
            <a:ext cx="109531" cy="463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>
            <a:extLst>
              <a:ext uri="{FF2B5EF4-FFF2-40B4-BE49-F238E27FC236}">
                <a16:creationId xmlns:a16="http://schemas.microsoft.com/office/drawing/2014/main" id="{A58F1882-1DF0-111A-D955-0E0B2012A66E}"/>
              </a:ext>
            </a:extLst>
          </p:cNvPr>
          <p:cNvCxnSpPr>
            <a:stCxn id="154" idx="3"/>
            <a:endCxn id="158" idx="1"/>
          </p:cNvCxnSpPr>
          <p:nvPr/>
        </p:nvCxnSpPr>
        <p:spPr>
          <a:xfrm flipV="1">
            <a:off x="2918481" y="2045880"/>
            <a:ext cx="109530" cy="1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꺾인 연결선 175">
            <a:extLst>
              <a:ext uri="{FF2B5EF4-FFF2-40B4-BE49-F238E27FC236}">
                <a16:creationId xmlns:a16="http://schemas.microsoft.com/office/drawing/2014/main" id="{0375490B-8098-34CF-2E15-5CA07CD9610C}"/>
              </a:ext>
            </a:extLst>
          </p:cNvPr>
          <p:cNvCxnSpPr>
            <a:stCxn id="140" idx="3"/>
            <a:endCxn id="161" idx="1"/>
          </p:cNvCxnSpPr>
          <p:nvPr/>
        </p:nvCxnSpPr>
        <p:spPr>
          <a:xfrm>
            <a:off x="2314769" y="2314946"/>
            <a:ext cx="185345" cy="47860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꺾인 연결선 176">
            <a:extLst>
              <a:ext uri="{FF2B5EF4-FFF2-40B4-BE49-F238E27FC236}">
                <a16:creationId xmlns:a16="http://schemas.microsoft.com/office/drawing/2014/main" id="{1D94DBBC-B5E9-9AD8-9E61-3811CBDAFBF6}"/>
              </a:ext>
            </a:extLst>
          </p:cNvPr>
          <p:cNvCxnSpPr>
            <a:stCxn id="140" idx="3"/>
            <a:endCxn id="159" idx="1"/>
          </p:cNvCxnSpPr>
          <p:nvPr/>
        </p:nvCxnSpPr>
        <p:spPr>
          <a:xfrm>
            <a:off x="2314769" y="2314946"/>
            <a:ext cx="185346" cy="1216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꺾인 연결선 177">
            <a:extLst>
              <a:ext uri="{FF2B5EF4-FFF2-40B4-BE49-F238E27FC236}">
                <a16:creationId xmlns:a16="http://schemas.microsoft.com/office/drawing/2014/main" id="{0BBFA172-1065-E677-34E0-5D673F4C1F7C}"/>
              </a:ext>
            </a:extLst>
          </p:cNvPr>
          <p:cNvCxnSpPr>
            <a:stCxn id="140" idx="3"/>
            <a:endCxn id="160" idx="1"/>
          </p:cNvCxnSpPr>
          <p:nvPr/>
        </p:nvCxnSpPr>
        <p:spPr>
          <a:xfrm>
            <a:off x="2314769" y="2314946"/>
            <a:ext cx="185345" cy="29073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꺾인 연결선 178">
            <a:extLst>
              <a:ext uri="{FF2B5EF4-FFF2-40B4-BE49-F238E27FC236}">
                <a16:creationId xmlns:a16="http://schemas.microsoft.com/office/drawing/2014/main" id="{4EFDDAC1-6676-F4B0-38A0-7452C62A58DC}"/>
              </a:ext>
            </a:extLst>
          </p:cNvPr>
          <p:cNvCxnSpPr>
            <a:stCxn id="127" idx="3"/>
            <a:endCxn id="162" idx="1"/>
          </p:cNvCxnSpPr>
          <p:nvPr/>
        </p:nvCxnSpPr>
        <p:spPr>
          <a:xfrm flipV="1">
            <a:off x="1774346" y="3024355"/>
            <a:ext cx="152949" cy="4119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꺾인 연결선 179">
            <a:extLst>
              <a:ext uri="{FF2B5EF4-FFF2-40B4-BE49-F238E27FC236}">
                <a16:creationId xmlns:a16="http://schemas.microsoft.com/office/drawing/2014/main" id="{45C7E3FA-D170-4D53-432D-28DE6C3E5E1F}"/>
              </a:ext>
            </a:extLst>
          </p:cNvPr>
          <p:cNvCxnSpPr>
            <a:stCxn id="127" idx="3"/>
            <a:endCxn id="137" idx="1"/>
          </p:cNvCxnSpPr>
          <p:nvPr/>
        </p:nvCxnSpPr>
        <p:spPr>
          <a:xfrm>
            <a:off x="1774346" y="3065551"/>
            <a:ext cx="152949" cy="41327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꺾인 연결선 180">
            <a:extLst>
              <a:ext uri="{FF2B5EF4-FFF2-40B4-BE49-F238E27FC236}">
                <a16:creationId xmlns:a16="http://schemas.microsoft.com/office/drawing/2014/main" id="{D03B3259-8EDF-6319-6943-B3730FACC919}"/>
              </a:ext>
            </a:extLst>
          </p:cNvPr>
          <p:cNvCxnSpPr>
            <a:stCxn id="141" idx="3"/>
            <a:endCxn id="163" idx="1"/>
          </p:cNvCxnSpPr>
          <p:nvPr/>
        </p:nvCxnSpPr>
        <p:spPr>
          <a:xfrm>
            <a:off x="2918481" y="3266547"/>
            <a:ext cx="190576" cy="31904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꺾인 연결선 181">
            <a:extLst>
              <a:ext uri="{FF2B5EF4-FFF2-40B4-BE49-F238E27FC236}">
                <a16:creationId xmlns:a16="http://schemas.microsoft.com/office/drawing/2014/main" id="{1EA7BDB6-57DA-9F56-F10F-C7694B808388}"/>
              </a:ext>
            </a:extLst>
          </p:cNvPr>
          <p:cNvCxnSpPr>
            <a:stCxn id="141" idx="3"/>
            <a:endCxn id="165" idx="1"/>
          </p:cNvCxnSpPr>
          <p:nvPr/>
        </p:nvCxnSpPr>
        <p:spPr>
          <a:xfrm flipV="1">
            <a:off x="2918481" y="3230745"/>
            <a:ext cx="190576" cy="3580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꺾인 연결선 182">
            <a:extLst>
              <a:ext uri="{FF2B5EF4-FFF2-40B4-BE49-F238E27FC236}">
                <a16:creationId xmlns:a16="http://schemas.microsoft.com/office/drawing/2014/main" id="{52AB2664-3D92-C8D4-5346-E7FCE4066EA3}"/>
              </a:ext>
            </a:extLst>
          </p:cNvPr>
          <p:cNvCxnSpPr>
            <a:stCxn id="141" idx="3"/>
            <a:endCxn id="164" idx="1"/>
          </p:cNvCxnSpPr>
          <p:nvPr/>
        </p:nvCxnSpPr>
        <p:spPr>
          <a:xfrm>
            <a:off x="2918481" y="3266547"/>
            <a:ext cx="190576" cy="14241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꺾인 연결선 183">
            <a:extLst>
              <a:ext uri="{FF2B5EF4-FFF2-40B4-BE49-F238E27FC236}">
                <a16:creationId xmlns:a16="http://schemas.microsoft.com/office/drawing/2014/main" id="{18CC8235-7EC8-0E1D-B1A9-A4F8C7D2DEA9}"/>
              </a:ext>
            </a:extLst>
          </p:cNvPr>
          <p:cNvCxnSpPr>
            <a:stCxn id="128" idx="3"/>
            <a:endCxn id="166" idx="1"/>
          </p:cNvCxnSpPr>
          <p:nvPr/>
        </p:nvCxnSpPr>
        <p:spPr>
          <a:xfrm>
            <a:off x="1774346" y="3788895"/>
            <a:ext cx="156898" cy="1270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꺾인 연결선 184">
            <a:extLst>
              <a:ext uri="{FF2B5EF4-FFF2-40B4-BE49-F238E27FC236}">
                <a16:creationId xmlns:a16="http://schemas.microsoft.com/office/drawing/2014/main" id="{8CC4DBB0-1175-981B-A8E6-97514CF88223}"/>
              </a:ext>
            </a:extLst>
          </p:cNvPr>
          <p:cNvCxnSpPr>
            <a:stCxn id="166" idx="3"/>
            <a:endCxn id="167" idx="1"/>
          </p:cNvCxnSpPr>
          <p:nvPr/>
        </p:nvCxnSpPr>
        <p:spPr>
          <a:xfrm>
            <a:off x="2314770" y="3788895"/>
            <a:ext cx="112024" cy="19967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꺾인 연결선 185">
            <a:extLst>
              <a:ext uri="{FF2B5EF4-FFF2-40B4-BE49-F238E27FC236}">
                <a16:creationId xmlns:a16="http://schemas.microsoft.com/office/drawing/2014/main" id="{D4EEB220-60DB-E735-AD73-55A1055639BC}"/>
              </a:ext>
            </a:extLst>
          </p:cNvPr>
          <p:cNvCxnSpPr>
            <a:stCxn id="166" idx="3"/>
            <a:endCxn id="168" idx="1"/>
          </p:cNvCxnSpPr>
          <p:nvPr/>
        </p:nvCxnSpPr>
        <p:spPr>
          <a:xfrm flipV="1">
            <a:off x="2314770" y="3777717"/>
            <a:ext cx="112024" cy="1117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FC21F45D-AE9D-2E10-E0B8-DEAA4B2F9CA3}"/>
              </a:ext>
            </a:extLst>
          </p:cNvPr>
          <p:cNvSpPr/>
          <p:nvPr/>
        </p:nvSpPr>
        <p:spPr>
          <a:xfrm>
            <a:off x="3281962" y="2158301"/>
            <a:ext cx="1411839" cy="167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적극적 효력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94)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C60A6BF7-11FB-EBCA-A2B6-B3C78C80534C}"/>
              </a:ext>
            </a:extLst>
          </p:cNvPr>
          <p:cNvSpPr/>
          <p:nvPr/>
        </p:nvSpPr>
        <p:spPr>
          <a:xfrm>
            <a:off x="3281962" y="2341797"/>
            <a:ext cx="1411839" cy="1539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소극적 효력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침해</a:t>
            </a:r>
            <a:r>
              <a:rPr lang="en-US" altLang="ko-KR" sz="1000" dirty="0">
                <a:solidFill>
                  <a:schemeClr val="tx2"/>
                </a:solidFill>
              </a:rPr>
              <a:t>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189" name="꺾인 연결선 188">
            <a:extLst>
              <a:ext uri="{FF2B5EF4-FFF2-40B4-BE49-F238E27FC236}">
                <a16:creationId xmlns:a16="http://schemas.microsoft.com/office/drawing/2014/main" id="{0BF57CF4-E27D-E181-5BCC-9F47792BA92F}"/>
              </a:ext>
            </a:extLst>
          </p:cNvPr>
          <p:cNvCxnSpPr>
            <a:stCxn id="159" idx="3"/>
            <a:endCxn id="188" idx="1"/>
          </p:cNvCxnSpPr>
          <p:nvPr/>
        </p:nvCxnSpPr>
        <p:spPr>
          <a:xfrm>
            <a:off x="2918481" y="2327109"/>
            <a:ext cx="363481" cy="9165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꺾인 연결선 189">
            <a:extLst>
              <a:ext uri="{FF2B5EF4-FFF2-40B4-BE49-F238E27FC236}">
                <a16:creationId xmlns:a16="http://schemas.microsoft.com/office/drawing/2014/main" id="{4882E3A5-6408-47D9-2879-81D4060C2989}"/>
              </a:ext>
            </a:extLst>
          </p:cNvPr>
          <p:cNvCxnSpPr>
            <a:stCxn id="159" idx="3"/>
            <a:endCxn id="187" idx="1"/>
          </p:cNvCxnSpPr>
          <p:nvPr/>
        </p:nvCxnSpPr>
        <p:spPr>
          <a:xfrm flipV="1">
            <a:off x="2918481" y="2242081"/>
            <a:ext cx="363481" cy="8502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8300B40F-62CF-B4E9-5461-E1DA042631D7}"/>
              </a:ext>
            </a:extLst>
          </p:cNvPr>
          <p:cNvSpPr/>
          <p:nvPr/>
        </p:nvSpPr>
        <p:spPr>
          <a:xfrm>
            <a:off x="4891070" y="1400340"/>
            <a:ext cx="561412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성립요건</a:t>
            </a: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15460349-1364-A294-160E-247DF2C114B8}"/>
              </a:ext>
            </a:extLst>
          </p:cNvPr>
          <p:cNvSpPr/>
          <p:nvPr/>
        </p:nvSpPr>
        <p:spPr>
          <a:xfrm>
            <a:off x="4891070" y="1771241"/>
            <a:ext cx="561412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종류</a:t>
            </a:r>
          </a:p>
        </p:txBody>
      </p:sp>
      <p:sp>
        <p:nvSpPr>
          <p:cNvPr id="193" name="직사각형 192">
            <a:extLst>
              <a:ext uri="{FF2B5EF4-FFF2-40B4-BE49-F238E27FC236}">
                <a16:creationId xmlns:a16="http://schemas.microsoft.com/office/drawing/2014/main" id="{FB50AB2E-F9D2-32A7-0206-E0AA09F8F990}"/>
              </a:ext>
            </a:extLst>
          </p:cNvPr>
          <p:cNvSpPr/>
          <p:nvPr/>
        </p:nvSpPr>
        <p:spPr>
          <a:xfrm>
            <a:off x="4891070" y="2381537"/>
            <a:ext cx="561412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조치</a:t>
            </a:r>
          </a:p>
        </p:txBody>
      </p:sp>
      <p:cxnSp>
        <p:nvCxnSpPr>
          <p:cNvPr id="194" name="꺾인 연결선 193">
            <a:extLst>
              <a:ext uri="{FF2B5EF4-FFF2-40B4-BE49-F238E27FC236}">
                <a16:creationId xmlns:a16="http://schemas.microsoft.com/office/drawing/2014/main" id="{D3043DF2-C586-B439-1D34-EF17D77AC887}"/>
              </a:ext>
            </a:extLst>
          </p:cNvPr>
          <p:cNvCxnSpPr>
            <a:stCxn id="188" idx="3"/>
            <a:endCxn id="191" idx="1"/>
          </p:cNvCxnSpPr>
          <p:nvPr/>
        </p:nvCxnSpPr>
        <p:spPr>
          <a:xfrm flipV="1">
            <a:off x="4693801" y="1479645"/>
            <a:ext cx="197269" cy="939118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꺾인 연결선 194">
            <a:extLst>
              <a:ext uri="{FF2B5EF4-FFF2-40B4-BE49-F238E27FC236}">
                <a16:creationId xmlns:a16="http://schemas.microsoft.com/office/drawing/2014/main" id="{8C54001E-4B38-70AC-2BE6-1ED1FCC64801}"/>
              </a:ext>
            </a:extLst>
          </p:cNvPr>
          <p:cNvCxnSpPr>
            <a:stCxn id="188" idx="3"/>
            <a:endCxn id="193" idx="1"/>
          </p:cNvCxnSpPr>
          <p:nvPr/>
        </p:nvCxnSpPr>
        <p:spPr>
          <a:xfrm>
            <a:off x="4693801" y="2418763"/>
            <a:ext cx="197269" cy="42079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꺾인 연결선 195">
            <a:extLst>
              <a:ext uri="{FF2B5EF4-FFF2-40B4-BE49-F238E27FC236}">
                <a16:creationId xmlns:a16="http://schemas.microsoft.com/office/drawing/2014/main" id="{38FA1539-F6A2-0884-DECA-12E85EA85A0E}"/>
              </a:ext>
            </a:extLst>
          </p:cNvPr>
          <p:cNvCxnSpPr>
            <a:stCxn id="188" idx="3"/>
            <a:endCxn id="192" idx="1"/>
          </p:cNvCxnSpPr>
          <p:nvPr/>
        </p:nvCxnSpPr>
        <p:spPr>
          <a:xfrm flipV="1">
            <a:off x="4693801" y="1850546"/>
            <a:ext cx="197269" cy="568217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직사각형 196">
            <a:extLst>
              <a:ext uri="{FF2B5EF4-FFF2-40B4-BE49-F238E27FC236}">
                <a16:creationId xmlns:a16="http://schemas.microsoft.com/office/drawing/2014/main" id="{678D37E8-0453-28F8-92BF-690133EA5FE9}"/>
              </a:ext>
            </a:extLst>
          </p:cNvPr>
          <p:cNvSpPr/>
          <p:nvPr/>
        </p:nvSpPr>
        <p:spPr>
          <a:xfrm>
            <a:off x="5586610" y="1528907"/>
            <a:ext cx="833380" cy="3216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직접침해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 fontAlgn="base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97, 98)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5E4AB27C-B57B-FC97-3789-B43EE8A49696}"/>
              </a:ext>
            </a:extLst>
          </p:cNvPr>
          <p:cNvSpPr/>
          <p:nvPr/>
        </p:nvSpPr>
        <p:spPr>
          <a:xfrm>
            <a:off x="5586610" y="1904907"/>
            <a:ext cx="833380" cy="3216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간접침해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 fontAlgn="base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127)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199" name="꺾인 연결선 198">
            <a:extLst>
              <a:ext uri="{FF2B5EF4-FFF2-40B4-BE49-F238E27FC236}">
                <a16:creationId xmlns:a16="http://schemas.microsoft.com/office/drawing/2014/main" id="{EC985F5B-D7F6-3A69-185A-3CEB6E177B76}"/>
              </a:ext>
            </a:extLst>
          </p:cNvPr>
          <p:cNvCxnSpPr>
            <a:stCxn id="192" idx="3"/>
            <a:endCxn id="197" idx="1"/>
          </p:cNvCxnSpPr>
          <p:nvPr/>
        </p:nvCxnSpPr>
        <p:spPr>
          <a:xfrm flipV="1">
            <a:off x="5452482" y="1689718"/>
            <a:ext cx="134128" cy="16082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꺾인 연결선 199">
            <a:extLst>
              <a:ext uri="{FF2B5EF4-FFF2-40B4-BE49-F238E27FC236}">
                <a16:creationId xmlns:a16="http://schemas.microsoft.com/office/drawing/2014/main" id="{09C496C7-DD3D-5D35-54E3-DD68C8E82F18}"/>
              </a:ext>
            </a:extLst>
          </p:cNvPr>
          <p:cNvCxnSpPr>
            <a:stCxn id="192" idx="3"/>
            <a:endCxn id="198" idx="1"/>
          </p:cNvCxnSpPr>
          <p:nvPr/>
        </p:nvCxnSpPr>
        <p:spPr>
          <a:xfrm>
            <a:off x="5452482" y="1850546"/>
            <a:ext cx="134128" cy="21517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모서리가 둥근 직사각형 200">
            <a:extLst>
              <a:ext uri="{FF2B5EF4-FFF2-40B4-BE49-F238E27FC236}">
                <a16:creationId xmlns:a16="http://schemas.microsoft.com/office/drawing/2014/main" id="{723EC1A6-64A8-37C6-E86A-9FC7EE20C9EC}"/>
              </a:ext>
            </a:extLst>
          </p:cNvPr>
          <p:cNvSpPr/>
          <p:nvPr/>
        </p:nvSpPr>
        <p:spPr>
          <a:xfrm>
            <a:off x="5586610" y="2318465"/>
            <a:ext cx="833380" cy="300825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민사적 조치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126-132)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202" name="모서리가 둥근 직사각형 201">
            <a:extLst>
              <a:ext uri="{FF2B5EF4-FFF2-40B4-BE49-F238E27FC236}">
                <a16:creationId xmlns:a16="http://schemas.microsoft.com/office/drawing/2014/main" id="{2E2BC93E-8398-D0CC-9C80-786DC300E1A4}"/>
              </a:ext>
            </a:extLst>
          </p:cNvPr>
          <p:cNvSpPr/>
          <p:nvPr/>
        </p:nvSpPr>
        <p:spPr>
          <a:xfrm>
            <a:off x="5586609" y="2663316"/>
            <a:ext cx="833381" cy="341821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형사적 조치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225-232)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203" name="꺾인 연결선 202">
            <a:extLst>
              <a:ext uri="{FF2B5EF4-FFF2-40B4-BE49-F238E27FC236}">
                <a16:creationId xmlns:a16="http://schemas.microsoft.com/office/drawing/2014/main" id="{6CDFCB3C-34E4-59CA-F68C-6C1A0B47FDA7}"/>
              </a:ext>
            </a:extLst>
          </p:cNvPr>
          <p:cNvCxnSpPr>
            <a:stCxn id="193" idx="3"/>
            <a:endCxn id="201" idx="1"/>
          </p:cNvCxnSpPr>
          <p:nvPr/>
        </p:nvCxnSpPr>
        <p:spPr>
          <a:xfrm>
            <a:off x="5452482" y="2460843"/>
            <a:ext cx="134128" cy="803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꺾인 연결선 203">
            <a:extLst>
              <a:ext uri="{FF2B5EF4-FFF2-40B4-BE49-F238E27FC236}">
                <a16:creationId xmlns:a16="http://schemas.microsoft.com/office/drawing/2014/main" id="{4A814768-71CF-76B9-B5F4-9C6DB18365DE}"/>
              </a:ext>
            </a:extLst>
          </p:cNvPr>
          <p:cNvCxnSpPr>
            <a:stCxn id="193" idx="3"/>
            <a:endCxn id="202" idx="1"/>
          </p:cNvCxnSpPr>
          <p:nvPr/>
        </p:nvCxnSpPr>
        <p:spPr>
          <a:xfrm>
            <a:off x="5452482" y="2460843"/>
            <a:ext cx="134127" cy="37338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2717E4BA-DB20-9C5B-D7F1-6337405FCE63}"/>
              </a:ext>
            </a:extLst>
          </p:cNvPr>
          <p:cNvSpPr/>
          <p:nvPr/>
        </p:nvSpPr>
        <p:spPr>
          <a:xfrm>
            <a:off x="7780806" y="2184608"/>
            <a:ext cx="555844" cy="610645"/>
          </a:xfrm>
          <a:prstGeom prst="rect">
            <a:avLst/>
          </a:prstGeom>
          <a:solidFill>
            <a:schemeClr val="accent6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심판절차 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일반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ko-KR" altLang="en-US" sz="1000" dirty="0">
                <a:solidFill>
                  <a:schemeClr val="bg1"/>
                </a:solidFill>
              </a:rPr>
              <a:t>총론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5DBDB915-1631-5B5B-E688-A9446158F24D}"/>
              </a:ext>
            </a:extLst>
          </p:cNvPr>
          <p:cNvSpPr/>
          <p:nvPr/>
        </p:nvSpPr>
        <p:spPr>
          <a:xfrm>
            <a:off x="7780806" y="4163272"/>
            <a:ext cx="555844" cy="6106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심판의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종류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ko-KR" altLang="en-US" sz="1000" dirty="0">
                <a:solidFill>
                  <a:schemeClr val="bg1"/>
                </a:solidFill>
              </a:rPr>
              <a:t>각론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1B8A970E-E3DA-E0BC-8D1F-6316883E2E52}"/>
              </a:ext>
            </a:extLst>
          </p:cNvPr>
          <p:cNvSpPr/>
          <p:nvPr/>
        </p:nvSpPr>
        <p:spPr>
          <a:xfrm>
            <a:off x="8500191" y="1313084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/>
              <a:t>주체</a:t>
            </a:r>
            <a:endParaRPr lang="ko-KR" altLang="en-US" sz="1000" dirty="0"/>
          </a:p>
        </p:txBody>
      </p: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643E9464-424A-B091-4CB0-B352B27AD1F3}"/>
              </a:ext>
            </a:extLst>
          </p:cNvPr>
          <p:cNvSpPr/>
          <p:nvPr/>
        </p:nvSpPr>
        <p:spPr>
          <a:xfrm>
            <a:off x="8500191" y="1804594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청구</a:t>
            </a:r>
          </a:p>
        </p:txBody>
      </p: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D0EF004F-B64F-4082-1D4D-4C13EDCD298C}"/>
              </a:ext>
            </a:extLst>
          </p:cNvPr>
          <p:cNvSpPr/>
          <p:nvPr/>
        </p:nvSpPr>
        <p:spPr>
          <a:xfrm>
            <a:off x="8500191" y="2449052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진행</a:t>
            </a:r>
          </a:p>
        </p:txBody>
      </p: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B84BD516-513A-1DF6-5B83-03CED62830ED}"/>
              </a:ext>
            </a:extLst>
          </p:cNvPr>
          <p:cNvSpPr/>
          <p:nvPr/>
        </p:nvSpPr>
        <p:spPr>
          <a:xfrm>
            <a:off x="8500191" y="2977875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종료</a:t>
            </a:r>
          </a:p>
        </p:txBody>
      </p:sp>
      <p:sp>
        <p:nvSpPr>
          <p:cNvPr id="211" name="직사각형 210">
            <a:extLst>
              <a:ext uri="{FF2B5EF4-FFF2-40B4-BE49-F238E27FC236}">
                <a16:creationId xmlns:a16="http://schemas.microsoft.com/office/drawing/2014/main" id="{77439A1D-EB27-2E52-B5B5-B46FCD0DC140}"/>
              </a:ext>
            </a:extLst>
          </p:cNvPr>
          <p:cNvSpPr/>
          <p:nvPr/>
        </p:nvSpPr>
        <p:spPr>
          <a:xfrm>
            <a:off x="9363869" y="805651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132</a:t>
            </a:r>
            <a:r>
              <a:rPr lang="ko-KR" altLang="en-US" sz="1000" dirty="0"/>
              <a:t>의</a:t>
            </a:r>
            <a:r>
              <a:rPr lang="en-US" altLang="ko-KR" sz="1000" dirty="0"/>
              <a:t>16, 143~153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FA334A55-A3A8-25CB-6F10-E9C45EB412F6}"/>
              </a:ext>
            </a:extLst>
          </p:cNvPr>
          <p:cNvSpPr/>
          <p:nvPr/>
        </p:nvSpPr>
        <p:spPr>
          <a:xfrm>
            <a:off x="9363869" y="996229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심판의 당사자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139)</a:t>
            </a:r>
            <a:endParaRPr lang="ko-KR" altLang="en-US" sz="1000" dirty="0"/>
          </a:p>
        </p:txBody>
      </p: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D16CEA0E-D1F9-59EA-D738-DE83C5A5100C}"/>
              </a:ext>
            </a:extLst>
          </p:cNvPr>
          <p:cNvSpPr/>
          <p:nvPr/>
        </p:nvSpPr>
        <p:spPr>
          <a:xfrm>
            <a:off x="9363869" y="1183511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심판의 참가인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155, 156)</a:t>
            </a:r>
            <a:endParaRPr lang="ko-KR" altLang="en-US" sz="1000" dirty="0"/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683240E4-95D5-EC0E-BC84-C2BB66A441B2}"/>
              </a:ext>
            </a:extLst>
          </p:cNvPr>
          <p:cNvSpPr/>
          <p:nvPr/>
        </p:nvSpPr>
        <p:spPr>
          <a:xfrm>
            <a:off x="9363869" y="1703773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심판의 청구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140, 140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sp>
        <p:nvSpPr>
          <p:cNvPr id="215" name="직사각형 214">
            <a:extLst>
              <a:ext uri="{FF2B5EF4-FFF2-40B4-BE49-F238E27FC236}">
                <a16:creationId xmlns:a16="http://schemas.microsoft.com/office/drawing/2014/main" id="{C90E7EB9-2B1C-EF16-61D9-63D5C6F91F00}"/>
              </a:ext>
            </a:extLst>
          </p:cNvPr>
          <p:cNvSpPr/>
          <p:nvPr/>
        </p:nvSpPr>
        <p:spPr>
          <a:xfrm>
            <a:off x="9363869" y="1894351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심판청구서의 보정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140②, 140</a:t>
            </a:r>
            <a:r>
              <a:rPr lang="ko-KR" altLang="en-US" sz="1000" dirty="0"/>
              <a:t>의</a:t>
            </a:r>
            <a:r>
              <a:rPr lang="en-US" altLang="ko-KR" sz="1000" dirty="0"/>
              <a:t>2②)</a:t>
            </a: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75A257F6-2D6D-D177-BB73-145B7603EB3B}"/>
              </a:ext>
            </a:extLst>
          </p:cNvPr>
          <p:cNvSpPr/>
          <p:nvPr/>
        </p:nvSpPr>
        <p:spPr>
          <a:xfrm>
            <a:off x="9363869" y="2269829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방식심리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141)</a:t>
            </a:r>
            <a:endParaRPr lang="ko-KR" altLang="en-US" sz="1000" dirty="0"/>
          </a:p>
        </p:txBody>
      </p:sp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653D76C4-52EC-80E6-1F4F-BB14E38261EC}"/>
              </a:ext>
            </a:extLst>
          </p:cNvPr>
          <p:cNvSpPr/>
          <p:nvPr/>
        </p:nvSpPr>
        <p:spPr>
          <a:xfrm>
            <a:off x="9363869" y="2458014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적법성 심리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142)</a:t>
            </a:r>
            <a:endParaRPr lang="ko-KR" altLang="en-US" sz="1000" dirty="0"/>
          </a:p>
        </p:txBody>
      </p:sp>
      <p:sp>
        <p:nvSpPr>
          <p:cNvPr id="218" name="직사각형 217">
            <a:extLst>
              <a:ext uri="{FF2B5EF4-FFF2-40B4-BE49-F238E27FC236}">
                <a16:creationId xmlns:a16="http://schemas.microsoft.com/office/drawing/2014/main" id="{CBCFC3A8-CBE3-0C50-158E-8AB57A5B2498}"/>
              </a:ext>
            </a:extLst>
          </p:cNvPr>
          <p:cNvSpPr/>
          <p:nvPr/>
        </p:nvSpPr>
        <p:spPr>
          <a:xfrm>
            <a:off x="9363869" y="2646662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본안심리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154, 157-160)</a:t>
            </a:r>
            <a:endParaRPr lang="ko-KR" altLang="en-US" sz="1000" dirty="0"/>
          </a:p>
        </p:txBody>
      </p:sp>
      <p:sp>
        <p:nvSpPr>
          <p:cNvPr id="219" name="직사각형 218">
            <a:extLst>
              <a:ext uri="{FF2B5EF4-FFF2-40B4-BE49-F238E27FC236}">
                <a16:creationId xmlns:a16="http://schemas.microsoft.com/office/drawing/2014/main" id="{4FAFC01F-941E-4C5C-6967-90806B14A893}"/>
              </a:ext>
            </a:extLst>
          </p:cNvPr>
          <p:cNvSpPr/>
          <p:nvPr/>
        </p:nvSpPr>
        <p:spPr>
          <a:xfrm>
            <a:off x="9363869" y="2884499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심판청구의 취하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161)</a:t>
            </a:r>
            <a:endParaRPr lang="ko-KR" altLang="en-US" sz="1000" dirty="0"/>
          </a:p>
        </p:txBody>
      </p:sp>
      <p:sp>
        <p:nvSpPr>
          <p:cNvPr id="220" name="직사각형 219">
            <a:extLst>
              <a:ext uri="{FF2B5EF4-FFF2-40B4-BE49-F238E27FC236}">
                <a16:creationId xmlns:a16="http://schemas.microsoft.com/office/drawing/2014/main" id="{58CA1606-42AE-3E62-D41B-FA213E9EA62C}"/>
              </a:ext>
            </a:extLst>
          </p:cNvPr>
          <p:cNvSpPr/>
          <p:nvPr/>
        </p:nvSpPr>
        <p:spPr>
          <a:xfrm>
            <a:off x="9363869" y="3072684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심결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162, 163)</a:t>
            </a:r>
            <a:endParaRPr lang="ko-KR" altLang="en-US" sz="1000" dirty="0"/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6590A036-96E1-CCDC-7435-B72740CD6F78}"/>
              </a:ext>
            </a:extLst>
          </p:cNvPr>
          <p:cNvSpPr/>
          <p:nvPr/>
        </p:nvSpPr>
        <p:spPr>
          <a:xfrm>
            <a:off x="8500191" y="4104276"/>
            <a:ext cx="710030" cy="1710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결정계</a:t>
            </a:r>
            <a:r>
              <a:rPr lang="ko-KR" altLang="en-US" sz="1000" dirty="0"/>
              <a:t> 심판</a:t>
            </a:r>
          </a:p>
        </p:txBody>
      </p:sp>
      <p:sp>
        <p:nvSpPr>
          <p:cNvPr id="222" name="직사각형 221">
            <a:extLst>
              <a:ext uri="{FF2B5EF4-FFF2-40B4-BE49-F238E27FC236}">
                <a16:creationId xmlns:a16="http://schemas.microsoft.com/office/drawing/2014/main" id="{7B436573-47F3-71D9-4DA8-95EDA980CA51}"/>
              </a:ext>
            </a:extLst>
          </p:cNvPr>
          <p:cNvSpPr/>
          <p:nvPr/>
        </p:nvSpPr>
        <p:spPr>
          <a:xfrm>
            <a:off x="8500191" y="4475324"/>
            <a:ext cx="710030" cy="3642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당사자계 </a:t>
            </a:r>
            <a:endParaRPr lang="en-US" altLang="ko-KR" sz="1000" dirty="0"/>
          </a:p>
          <a:p>
            <a:pPr algn="ctr"/>
            <a:r>
              <a:rPr lang="ko-KR" altLang="en-US" sz="1000" dirty="0"/>
              <a:t>심판</a:t>
            </a:r>
          </a:p>
        </p:txBody>
      </p:sp>
      <p:sp>
        <p:nvSpPr>
          <p:cNvPr id="223" name="직사각형 222">
            <a:extLst>
              <a:ext uri="{FF2B5EF4-FFF2-40B4-BE49-F238E27FC236}">
                <a16:creationId xmlns:a16="http://schemas.microsoft.com/office/drawing/2014/main" id="{32CAB7E8-AA57-CC18-C1E3-963FFE2FDC84}"/>
              </a:ext>
            </a:extLst>
          </p:cNvPr>
          <p:cNvSpPr/>
          <p:nvPr/>
        </p:nvSpPr>
        <p:spPr>
          <a:xfrm>
            <a:off x="8500189" y="5251229"/>
            <a:ext cx="1308145" cy="158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재심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178~185)</a:t>
            </a:r>
            <a:endParaRPr lang="ko-KR" altLang="en-US" sz="1000" dirty="0"/>
          </a:p>
        </p:txBody>
      </p:sp>
      <p:sp>
        <p:nvSpPr>
          <p:cNvPr id="224" name="직사각형 223">
            <a:extLst>
              <a:ext uri="{FF2B5EF4-FFF2-40B4-BE49-F238E27FC236}">
                <a16:creationId xmlns:a16="http://schemas.microsoft.com/office/drawing/2014/main" id="{3EB3496B-3E3C-89C7-8840-20B706703D10}"/>
              </a:ext>
            </a:extLst>
          </p:cNvPr>
          <p:cNvSpPr/>
          <p:nvPr/>
        </p:nvSpPr>
        <p:spPr>
          <a:xfrm>
            <a:off x="9363869" y="4012193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거절결정불복심판</a:t>
            </a:r>
            <a:r>
              <a:rPr lang="en-US" altLang="ko-KR" sz="900" dirty="0"/>
              <a:t>(</a:t>
            </a:r>
            <a:r>
              <a:rPr lang="ko-KR" altLang="en-US" sz="900" dirty="0"/>
              <a:t>法 </a:t>
            </a:r>
            <a:r>
              <a:rPr lang="en-US" altLang="ko-KR" sz="900" dirty="0"/>
              <a:t>132</a:t>
            </a:r>
            <a:r>
              <a:rPr lang="ko-KR" altLang="en-US" sz="900" dirty="0"/>
              <a:t>의</a:t>
            </a:r>
            <a:r>
              <a:rPr lang="en-US" altLang="ko-KR" sz="900" dirty="0"/>
              <a:t>17, 170~172, 176)</a:t>
            </a:r>
            <a:endParaRPr lang="ko-KR" altLang="en-US" sz="900" dirty="0"/>
          </a:p>
        </p:txBody>
      </p:sp>
      <p:sp>
        <p:nvSpPr>
          <p:cNvPr id="225" name="직사각형 224">
            <a:extLst>
              <a:ext uri="{FF2B5EF4-FFF2-40B4-BE49-F238E27FC236}">
                <a16:creationId xmlns:a16="http://schemas.microsoft.com/office/drawing/2014/main" id="{A04367A5-3DAD-9578-08C9-D01D90792F2C}"/>
              </a:ext>
            </a:extLst>
          </p:cNvPr>
          <p:cNvSpPr/>
          <p:nvPr/>
        </p:nvSpPr>
        <p:spPr>
          <a:xfrm>
            <a:off x="9363869" y="4202771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정정심판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136)</a:t>
            </a:r>
            <a:endParaRPr lang="ko-KR" altLang="en-US" sz="1000" dirty="0"/>
          </a:p>
        </p:txBody>
      </p:sp>
      <p:sp>
        <p:nvSpPr>
          <p:cNvPr id="226" name="직사각형 225">
            <a:extLst>
              <a:ext uri="{FF2B5EF4-FFF2-40B4-BE49-F238E27FC236}">
                <a16:creationId xmlns:a16="http://schemas.microsoft.com/office/drawing/2014/main" id="{6080CE19-B07A-5B5C-E48B-70E15E60045F}"/>
              </a:ext>
            </a:extLst>
          </p:cNvPr>
          <p:cNvSpPr/>
          <p:nvPr/>
        </p:nvSpPr>
        <p:spPr>
          <a:xfrm>
            <a:off x="9363869" y="4383751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무효심판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133, 134, 137)</a:t>
            </a:r>
            <a:endParaRPr lang="ko-KR" altLang="en-US" sz="1000" dirty="0"/>
          </a:p>
        </p:txBody>
      </p:sp>
      <p:sp>
        <p:nvSpPr>
          <p:cNvPr id="227" name="직사각형 226">
            <a:extLst>
              <a:ext uri="{FF2B5EF4-FFF2-40B4-BE49-F238E27FC236}">
                <a16:creationId xmlns:a16="http://schemas.microsoft.com/office/drawing/2014/main" id="{6B2ACC75-E08D-3E22-B6DE-ABB3B102171E}"/>
              </a:ext>
            </a:extLst>
          </p:cNvPr>
          <p:cNvSpPr/>
          <p:nvPr/>
        </p:nvSpPr>
        <p:spPr>
          <a:xfrm>
            <a:off x="9363869" y="4579753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권리범위확인심판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135)</a:t>
            </a:r>
            <a:endParaRPr lang="ko-KR" altLang="en-US" sz="1000" dirty="0"/>
          </a:p>
        </p:txBody>
      </p:sp>
      <p:sp>
        <p:nvSpPr>
          <p:cNvPr id="228" name="직사각형 227">
            <a:extLst>
              <a:ext uri="{FF2B5EF4-FFF2-40B4-BE49-F238E27FC236}">
                <a16:creationId xmlns:a16="http://schemas.microsoft.com/office/drawing/2014/main" id="{C6E84713-65F6-A6CC-129A-04F685A6CACC}"/>
              </a:ext>
            </a:extLst>
          </p:cNvPr>
          <p:cNvSpPr/>
          <p:nvPr/>
        </p:nvSpPr>
        <p:spPr>
          <a:xfrm>
            <a:off x="9363869" y="4770331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통상실시권허락심판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138)</a:t>
            </a:r>
            <a:endParaRPr lang="ko-KR" altLang="en-US" sz="1000" dirty="0"/>
          </a:p>
        </p:txBody>
      </p:sp>
      <p:cxnSp>
        <p:nvCxnSpPr>
          <p:cNvPr id="229" name="꺾인 연결선 228">
            <a:extLst>
              <a:ext uri="{FF2B5EF4-FFF2-40B4-BE49-F238E27FC236}">
                <a16:creationId xmlns:a16="http://schemas.microsoft.com/office/drawing/2014/main" id="{8D73B425-E90D-1E09-07DC-6075085B1E6A}"/>
              </a:ext>
            </a:extLst>
          </p:cNvPr>
          <p:cNvCxnSpPr>
            <a:stCxn id="205" idx="1"/>
            <a:endCxn id="252" idx="3"/>
          </p:cNvCxnSpPr>
          <p:nvPr/>
        </p:nvCxnSpPr>
        <p:spPr>
          <a:xfrm rot="10800000" flipV="1">
            <a:off x="7557110" y="2489931"/>
            <a:ext cx="223697" cy="34727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꺾인 연결선 229">
            <a:extLst>
              <a:ext uri="{FF2B5EF4-FFF2-40B4-BE49-F238E27FC236}">
                <a16:creationId xmlns:a16="http://schemas.microsoft.com/office/drawing/2014/main" id="{A5A7796E-EC76-54F2-6BE0-C644B09091AC}"/>
              </a:ext>
            </a:extLst>
          </p:cNvPr>
          <p:cNvCxnSpPr>
            <a:stCxn id="205" idx="3"/>
            <a:endCxn id="207" idx="1"/>
          </p:cNvCxnSpPr>
          <p:nvPr/>
        </p:nvCxnSpPr>
        <p:spPr>
          <a:xfrm flipV="1">
            <a:off x="8336650" y="1398592"/>
            <a:ext cx="163541" cy="109133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꺾인 연결선 230">
            <a:extLst>
              <a:ext uri="{FF2B5EF4-FFF2-40B4-BE49-F238E27FC236}">
                <a16:creationId xmlns:a16="http://schemas.microsoft.com/office/drawing/2014/main" id="{8F533500-8EDE-F5CF-AA34-EDC8B849E136}"/>
              </a:ext>
            </a:extLst>
          </p:cNvPr>
          <p:cNvCxnSpPr>
            <a:stCxn id="205" idx="3"/>
            <a:endCxn id="210" idx="1"/>
          </p:cNvCxnSpPr>
          <p:nvPr/>
        </p:nvCxnSpPr>
        <p:spPr>
          <a:xfrm>
            <a:off x="8336650" y="2489931"/>
            <a:ext cx="163541" cy="57345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꺾인 연결선 231">
            <a:extLst>
              <a:ext uri="{FF2B5EF4-FFF2-40B4-BE49-F238E27FC236}">
                <a16:creationId xmlns:a16="http://schemas.microsoft.com/office/drawing/2014/main" id="{B10F902B-7450-9498-FAA3-3865198C5EE0}"/>
              </a:ext>
            </a:extLst>
          </p:cNvPr>
          <p:cNvCxnSpPr>
            <a:stCxn id="205" idx="3"/>
            <a:endCxn id="208" idx="1"/>
          </p:cNvCxnSpPr>
          <p:nvPr/>
        </p:nvCxnSpPr>
        <p:spPr>
          <a:xfrm flipV="1">
            <a:off x="8336650" y="1890102"/>
            <a:ext cx="163541" cy="59982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꺾인 연결선 232">
            <a:extLst>
              <a:ext uri="{FF2B5EF4-FFF2-40B4-BE49-F238E27FC236}">
                <a16:creationId xmlns:a16="http://schemas.microsoft.com/office/drawing/2014/main" id="{B7B5FDA8-58F2-CFAE-4BE1-6C37D4DB8CA7}"/>
              </a:ext>
            </a:extLst>
          </p:cNvPr>
          <p:cNvCxnSpPr>
            <a:stCxn id="205" idx="3"/>
            <a:endCxn id="209" idx="1"/>
          </p:cNvCxnSpPr>
          <p:nvPr/>
        </p:nvCxnSpPr>
        <p:spPr>
          <a:xfrm>
            <a:off x="8336650" y="2489931"/>
            <a:ext cx="163541" cy="4462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꺾인 연결선 233">
            <a:extLst>
              <a:ext uri="{FF2B5EF4-FFF2-40B4-BE49-F238E27FC236}">
                <a16:creationId xmlns:a16="http://schemas.microsoft.com/office/drawing/2014/main" id="{FFE19CDC-F70B-6214-EF10-3BA215DF5FD2}"/>
              </a:ext>
            </a:extLst>
          </p:cNvPr>
          <p:cNvCxnSpPr>
            <a:stCxn id="207" idx="3"/>
            <a:endCxn id="211" idx="1"/>
          </p:cNvCxnSpPr>
          <p:nvPr/>
        </p:nvCxnSpPr>
        <p:spPr>
          <a:xfrm flipV="1">
            <a:off x="9210221" y="874930"/>
            <a:ext cx="153648" cy="52366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꺾인 연결선 234">
            <a:extLst>
              <a:ext uri="{FF2B5EF4-FFF2-40B4-BE49-F238E27FC236}">
                <a16:creationId xmlns:a16="http://schemas.microsoft.com/office/drawing/2014/main" id="{068557AA-F507-FF66-B8C7-2B30FF7B81D7}"/>
              </a:ext>
            </a:extLst>
          </p:cNvPr>
          <p:cNvCxnSpPr>
            <a:stCxn id="207" idx="3"/>
            <a:endCxn id="213" idx="1"/>
          </p:cNvCxnSpPr>
          <p:nvPr/>
        </p:nvCxnSpPr>
        <p:spPr>
          <a:xfrm flipV="1">
            <a:off x="9210221" y="1252790"/>
            <a:ext cx="153648" cy="14580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꺾인 연결선 235">
            <a:extLst>
              <a:ext uri="{FF2B5EF4-FFF2-40B4-BE49-F238E27FC236}">
                <a16:creationId xmlns:a16="http://schemas.microsoft.com/office/drawing/2014/main" id="{A3278B2D-4D56-1ABC-69A5-531517F4BAC4}"/>
              </a:ext>
            </a:extLst>
          </p:cNvPr>
          <p:cNvCxnSpPr>
            <a:cxnSpLocks/>
            <a:stCxn id="207" idx="3"/>
            <a:endCxn id="288" idx="1"/>
          </p:cNvCxnSpPr>
          <p:nvPr/>
        </p:nvCxnSpPr>
        <p:spPr>
          <a:xfrm>
            <a:off x="9210221" y="1398592"/>
            <a:ext cx="148622" cy="11085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꺾인 연결선 236">
            <a:extLst>
              <a:ext uri="{FF2B5EF4-FFF2-40B4-BE49-F238E27FC236}">
                <a16:creationId xmlns:a16="http://schemas.microsoft.com/office/drawing/2014/main" id="{86FB3C34-2F11-9844-7E8C-2F33A0BAB9E1}"/>
              </a:ext>
            </a:extLst>
          </p:cNvPr>
          <p:cNvCxnSpPr>
            <a:stCxn id="208" idx="3"/>
            <a:endCxn id="214" idx="1"/>
          </p:cNvCxnSpPr>
          <p:nvPr/>
        </p:nvCxnSpPr>
        <p:spPr>
          <a:xfrm flipV="1">
            <a:off x="9210221" y="1773052"/>
            <a:ext cx="153648" cy="11705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꺾인 연결선 237">
            <a:extLst>
              <a:ext uri="{FF2B5EF4-FFF2-40B4-BE49-F238E27FC236}">
                <a16:creationId xmlns:a16="http://schemas.microsoft.com/office/drawing/2014/main" id="{35BA95EA-940A-62A7-2140-3F56ED81005E}"/>
              </a:ext>
            </a:extLst>
          </p:cNvPr>
          <p:cNvCxnSpPr>
            <a:stCxn id="208" idx="3"/>
            <a:endCxn id="215" idx="1"/>
          </p:cNvCxnSpPr>
          <p:nvPr/>
        </p:nvCxnSpPr>
        <p:spPr>
          <a:xfrm>
            <a:off x="9210221" y="1890102"/>
            <a:ext cx="153648" cy="7352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꺾인 연결선 238">
            <a:extLst>
              <a:ext uri="{FF2B5EF4-FFF2-40B4-BE49-F238E27FC236}">
                <a16:creationId xmlns:a16="http://schemas.microsoft.com/office/drawing/2014/main" id="{8D0F90A1-C383-2667-90DC-84B9F555DAA1}"/>
              </a:ext>
            </a:extLst>
          </p:cNvPr>
          <p:cNvCxnSpPr>
            <a:stCxn id="209" idx="3"/>
            <a:endCxn id="216" idx="1"/>
          </p:cNvCxnSpPr>
          <p:nvPr/>
        </p:nvCxnSpPr>
        <p:spPr>
          <a:xfrm flipV="1">
            <a:off x="9210221" y="2339108"/>
            <a:ext cx="153648" cy="19545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꺾인 연결선 239">
            <a:extLst>
              <a:ext uri="{FF2B5EF4-FFF2-40B4-BE49-F238E27FC236}">
                <a16:creationId xmlns:a16="http://schemas.microsoft.com/office/drawing/2014/main" id="{2BFCF216-FC85-35F8-BB71-9C8B7ACBACF1}"/>
              </a:ext>
            </a:extLst>
          </p:cNvPr>
          <p:cNvCxnSpPr>
            <a:stCxn id="209" idx="3"/>
            <a:endCxn id="218" idx="1"/>
          </p:cNvCxnSpPr>
          <p:nvPr/>
        </p:nvCxnSpPr>
        <p:spPr>
          <a:xfrm>
            <a:off x="9210221" y="2534560"/>
            <a:ext cx="153648" cy="18138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꺾인 연결선 240">
            <a:extLst>
              <a:ext uri="{FF2B5EF4-FFF2-40B4-BE49-F238E27FC236}">
                <a16:creationId xmlns:a16="http://schemas.microsoft.com/office/drawing/2014/main" id="{B8A8D554-B6F4-E5D6-DD3D-60B1D239BA57}"/>
              </a:ext>
            </a:extLst>
          </p:cNvPr>
          <p:cNvCxnSpPr>
            <a:stCxn id="209" idx="3"/>
            <a:endCxn id="217" idx="1"/>
          </p:cNvCxnSpPr>
          <p:nvPr/>
        </p:nvCxnSpPr>
        <p:spPr>
          <a:xfrm flipV="1">
            <a:off x="9210221" y="2527293"/>
            <a:ext cx="153648" cy="726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꺾인 연결선 241">
            <a:extLst>
              <a:ext uri="{FF2B5EF4-FFF2-40B4-BE49-F238E27FC236}">
                <a16:creationId xmlns:a16="http://schemas.microsoft.com/office/drawing/2014/main" id="{E43D6EB5-FAFF-F8B6-618C-4516D0021C5B}"/>
              </a:ext>
            </a:extLst>
          </p:cNvPr>
          <p:cNvCxnSpPr>
            <a:stCxn id="221" idx="1"/>
            <a:endCxn id="206" idx="3"/>
          </p:cNvCxnSpPr>
          <p:nvPr/>
        </p:nvCxnSpPr>
        <p:spPr>
          <a:xfrm rot="10800000" flipV="1">
            <a:off x="8336651" y="4189783"/>
            <a:ext cx="163541" cy="27881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꺾인 연결선 242">
            <a:extLst>
              <a:ext uri="{FF2B5EF4-FFF2-40B4-BE49-F238E27FC236}">
                <a16:creationId xmlns:a16="http://schemas.microsoft.com/office/drawing/2014/main" id="{C4EF68B5-0D6F-06CD-B93E-F3BB6A6DB33F}"/>
              </a:ext>
            </a:extLst>
          </p:cNvPr>
          <p:cNvCxnSpPr>
            <a:stCxn id="206" idx="3"/>
            <a:endCxn id="223" idx="1"/>
          </p:cNvCxnSpPr>
          <p:nvPr/>
        </p:nvCxnSpPr>
        <p:spPr>
          <a:xfrm>
            <a:off x="8336650" y="4468595"/>
            <a:ext cx="163539" cy="86197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꺾인 연결선 243">
            <a:extLst>
              <a:ext uri="{FF2B5EF4-FFF2-40B4-BE49-F238E27FC236}">
                <a16:creationId xmlns:a16="http://schemas.microsoft.com/office/drawing/2014/main" id="{BF01D2FD-5739-45F9-60AF-26A83D02E8A5}"/>
              </a:ext>
            </a:extLst>
          </p:cNvPr>
          <p:cNvCxnSpPr>
            <a:stCxn id="206" idx="3"/>
            <a:endCxn id="222" idx="1"/>
          </p:cNvCxnSpPr>
          <p:nvPr/>
        </p:nvCxnSpPr>
        <p:spPr>
          <a:xfrm>
            <a:off x="8336650" y="4468595"/>
            <a:ext cx="163541" cy="18887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꺾인 연결선 244">
            <a:extLst>
              <a:ext uri="{FF2B5EF4-FFF2-40B4-BE49-F238E27FC236}">
                <a16:creationId xmlns:a16="http://schemas.microsoft.com/office/drawing/2014/main" id="{7BAC66E9-DACA-656B-566E-C6D3FBBD5669}"/>
              </a:ext>
            </a:extLst>
          </p:cNvPr>
          <p:cNvCxnSpPr>
            <a:stCxn id="210" idx="3"/>
            <a:endCxn id="219" idx="1"/>
          </p:cNvCxnSpPr>
          <p:nvPr/>
        </p:nvCxnSpPr>
        <p:spPr>
          <a:xfrm flipV="1">
            <a:off x="9210221" y="2953778"/>
            <a:ext cx="153648" cy="10960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꺾인 연결선 245">
            <a:extLst>
              <a:ext uri="{FF2B5EF4-FFF2-40B4-BE49-F238E27FC236}">
                <a16:creationId xmlns:a16="http://schemas.microsoft.com/office/drawing/2014/main" id="{79BD9C5D-EACE-C052-97F1-C1A45DD79305}"/>
              </a:ext>
            </a:extLst>
          </p:cNvPr>
          <p:cNvCxnSpPr>
            <a:stCxn id="210" idx="3"/>
            <a:endCxn id="220" idx="1"/>
          </p:cNvCxnSpPr>
          <p:nvPr/>
        </p:nvCxnSpPr>
        <p:spPr>
          <a:xfrm>
            <a:off x="9210221" y="3063383"/>
            <a:ext cx="153648" cy="7858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꺾인 연결선 246">
            <a:extLst>
              <a:ext uri="{FF2B5EF4-FFF2-40B4-BE49-F238E27FC236}">
                <a16:creationId xmlns:a16="http://schemas.microsoft.com/office/drawing/2014/main" id="{F464E0DC-DA49-4B62-56A9-F0E0969A56D5}"/>
              </a:ext>
            </a:extLst>
          </p:cNvPr>
          <p:cNvCxnSpPr>
            <a:stCxn id="221" idx="3"/>
            <a:endCxn id="224" idx="1"/>
          </p:cNvCxnSpPr>
          <p:nvPr/>
        </p:nvCxnSpPr>
        <p:spPr>
          <a:xfrm flipV="1">
            <a:off x="9210221" y="4081472"/>
            <a:ext cx="153648" cy="10831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꺾인 연결선 247">
            <a:extLst>
              <a:ext uri="{FF2B5EF4-FFF2-40B4-BE49-F238E27FC236}">
                <a16:creationId xmlns:a16="http://schemas.microsoft.com/office/drawing/2014/main" id="{4AFC6999-C936-3660-DC04-3B63DF4EB076}"/>
              </a:ext>
            </a:extLst>
          </p:cNvPr>
          <p:cNvCxnSpPr>
            <a:stCxn id="221" idx="3"/>
            <a:endCxn id="225" idx="1"/>
          </p:cNvCxnSpPr>
          <p:nvPr/>
        </p:nvCxnSpPr>
        <p:spPr>
          <a:xfrm>
            <a:off x="9210221" y="4189784"/>
            <a:ext cx="153648" cy="8226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꺾인 연결선 248">
            <a:extLst>
              <a:ext uri="{FF2B5EF4-FFF2-40B4-BE49-F238E27FC236}">
                <a16:creationId xmlns:a16="http://schemas.microsoft.com/office/drawing/2014/main" id="{C524FCFF-DBE7-2AB7-2C08-9D6C999AC89C}"/>
              </a:ext>
            </a:extLst>
          </p:cNvPr>
          <p:cNvCxnSpPr>
            <a:stCxn id="222" idx="3"/>
            <a:endCxn id="226" idx="1"/>
          </p:cNvCxnSpPr>
          <p:nvPr/>
        </p:nvCxnSpPr>
        <p:spPr>
          <a:xfrm flipV="1">
            <a:off x="9210221" y="4453030"/>
            <a:ext cx="153648" cy="20443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꺾인 연결선 249">
            <a:extLst>
              <a:ext uri="{FF2B5EF4-FFF2-40B4-BE49-F238E27FC236}">
                <a16:creationId xmlns:a16="http://schemas.microsoft.com/office/drawing/2014/main" id="{33DE3F04-3C26-ED9E-4B26-09822D669E0B}"/>
              </a:ext>
            </a:extLst>
          </p:cNvPr>
          <p:cNvCxnSpPr>
            <a:stCxn id="222" idx="3"/>
            <a:endCxn id="227" idx="1"/>
          </p:cNvCxnSpPr>
          <p:nvPr/>
        </p:nvCxnSpPr>
        <p:spPr>
          <a:xfrm flipV="1">
            <a:off x="9210221" y="4649032"/>
            <a:ext cx="153648" cy="84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꺾인 연결선 250">
            <a:extLst>
              <a:ext uri="{FF2B5EF4-FFF2-40B4-BE49-F238E27FC236}">
                <a16:creationId xmlns:a16="http://schemas.microsoft.com/office/drawing/2014/main" id="{D9B483E8-CEFC-2674-F5E4-E5BA9859E32B}"/>
              </a:ext>
            </a:extLst>
          </p:cNvPr>
          <p:cNvCxnSpPr>
            <a:stCxn id="222" idx="3"/>
            <a:endCxn id="228" idx="1"/>
          </p:cNvCxnSpPr>
          <p:nvPr/>
        </p:nvCxnSpPr>
        <p:spPr>
          <a:xfrm>
            <a:off x="9210221" y="4657467"/>
            <a:ext cx="153648" cy="1821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직사각형 251">
            <a:extLst>
              <a:ext uri="{FF2B5EF4-FFF2-40B4-BE49-F238E27FC236}">
                <a16:creationId xmlns:a16="http://schemas.microsoft.com/office/drawing/2014/main" id="{9375C4C4-24CB-6262-2B59-8BA2E7127A35}"/>
              </a:ext>
            </a:extLst>
          </p:cNvPr>
          <p:cNvSpPr/>
          <p:nvPr/>
        </p:nvSpPr>
        <p:spPr>
          <a:xfrm>
            <a:off x="7136327" y="2620124"/>
            <a:ext cx="420782" cy="434166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심판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제도</a:t>
            </a:r>
          </a:p>
        </p:txBody>
      </p:sp>
      <p:cxnSp>
        <p:nvCxnSpPr>
          <p:cNvPr id="253" name="꺾인 연결선 252">
            <a:extLst>
              <a:ext uri="{FF2B5EF4-FFF2-40B4-BE49-F238E27FC236}">
                <a16:creationId xmlns:a16="http://schemas.microsoft.com/office/drawing/2014/main" id="{F8393F24-7EAC-9114-C887-CA3E69D712E7}"/>
              </a:ext>
            </a:extLst>
          </p:cNvPr>
          <p:cNvCxnSpPr>
            <a:stCxn id="252" idx="3"/>
            <a:endCxn id="206" idx="1"/>
          </p:cNvCxnSpPr>
          <p:nvPr/>
        </p:nvCxnSpPr>
        <p:spPr>
          <a:xfrm>
            <a:off x="7557109" y="2837207"/>
            <a:ext cx="223697" cy="163138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직사각형 253">
            <a:extLst>
              <a:ext uri="{FF2B5EF4-FFF2-40B4-BE49-F238E27FC236}">
                <a16:creationId xmlns:a16="http://schemas.microsoft.com/office/drawing/2014/main" id="{51F5EFAA-BF3B-445C-1451-81E6853D979E}"/>
              </a:ext>
            </a:extLst>
          </p:cNvPr>
          <p:cNvSpPr/>
          <p:nvPr/>
        </p:nvSpPr>
        <p:spPr>
          <a:xfrm>
            <a:off x="8500189" y="5000342"/>
            <a:ext cx="2075729" cy="158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특허취소신청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132</a:t>
            </a:r>
            <a:r>
              <a:rPr lang="ko-KR" altLang="en-US" sz="1000" dirty="0"/>
              <a:t>의</a:t>
            </a:r>
            <a:r>
              <a:rPr lang="en-US" altLang="ko-KR" sz="1000" dirty="0"/>
              <a:t>2~132</a:t>
            </a:r>
            <a:r>
              <a:rPr lang="ko-KR" altLang="en-US" sz="1000" dirty="0"/>
              <a:t>의</a:t>
            </a:r>
            <a:r>
              <a:rPr lang="en-US" altLang="ko-KR" sz="1000" dirty="0"/>
              <a:t>15)</a:t>
            </a:r>
            <a:endParaRPr lang="ko-KR" altLang="en-US" sz="1000" dirty="0"/>
          </a:p>
        </p:txBody>
      </p:sp>
      <p:cxnSp>
        <p:nvCxnSpPr>
          <p:cNvPr id="255" name="꺾인 연결선 254">
            <a:extLst>
              <a:ext uri="{FF2B5EF4-FFF2-40B4-BE49-F238E27FC236}">
                <a16:creationId xmlns:a16="http://schemas.microsoft.com/office/drawing/2014/main" id="{EF3C67DD-787D-7E66-86B2-64263CBB63B3}"/>
              </a:ext>
            </a:extLst>
          </p:cNvPr>
          <p:cNvCxnSpPr>
            <a:stCxn id="206" idx="3"/>
            <a:endCxn id="254" idx="1"/>
          </p:cNvCxnSpPr>
          <p:nvPr/>
        </p:nvCxnSpPr>
        <p:spPr>
          <a:xfrm>
            <a:off x="8336650" y="4468595"/>
            <a:ext cx="163539" cy="61108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직사각형 255">
            <a:extLst>
              <a:ext uri="{FF2B5EF4-FFF2-40B4-BE49-F238E27FC236}">
                <a16:creationId xmlns:a16="http://schemas.microsoft.com/office/drawing/2014/main" id="{15982EC4-B7BB-80E7-E890-6F9CC9AFB18C}"/>
              </a:ext>
            </a:extLst>
          </p:cNvPr>
          <p:cNvSpPr/>
          <p:nvPr/>
        </p:nvSpPr>
        <p:spPr>
          <a:xfrm>
            <a:off x="9363869" y="2079620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중복심판청구금지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154⑧ </a:t>
            </a:r>
            <a:r>
              <a:rPr lang="ko-KR" altLang="en-US" sz="1000" dirty="0"/>
              <a:t>준용</a:t>
            </a:r>
            <a:r>
              <a:rPr lang="en-US" altLang="ko-KR" sz="1000" dirty="0"/>
              <a:t> </a:t>
            </a:r>
            <a:r>
              <a:rPr lang="ko-KR" altLang="en-US" sz="1000" dirty="0"/>
              <a:t>민소</a:t>
            </a:r>
            <a:r>
              <a:rPr lang="en-US" altLang="ko-KR" sz="1000" dirty="0"/>
              <a:t>259)</a:t>
            </a:r>
          </a:p>
        </p:txBody>
      </p:sp>
      <p:sp>
        <p:nvSpPr>
          <p:cNvPr id="257" name="직사각형 256">
            <a:extLst>
              <a:ext uri="{FF2B5EF4-FFF2-40B4-BE49-F238E27FC236}">
                <a16:creationId xmlns:a16="http://schemas.microsoft.com/office/drawing/2014/main" id="{F7F22CC3-52A6-F028-A54E-9BB866A93B9D}"/>
              </a:ext>
            </a:extLst>
          </p:cNvPr>
          <p:cNvSpPr/>
          <p:nvPr/>
        </p:nvSpPr>
        <p:spPr>
          <a:xfrm>
            <a:off x="8237008" y="5752000"/>
            <a:ext cx="420212" cy="364286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PCT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58" name="직사각형 257">
            <a:extLst>
              <a:ext uri="{FF2B5EF4-FFF2-40B4-BE49-F238E27FC236}">
                <a16:creationId xmlns:a16="http://schemas.microsoft.com/office/drawing/2014/main" id="{7231E109-3AF3-7D26-5CE7-6860BC885BAA}"/>
              </a:ext>
            </a:extLst>
          </p:cNvPr>
          <p:cNvSpPr/>
          <p:nvPr/>
        </p:nvSpPr>
        <p:spPr>
          <a:xfrm>
            <a:off x="8810868" y="5660427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특허출원절차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192~198)</a:t>
            </a:r>
            <a:endParaRPr lang="ko-KR" altLang="en-US" sz="1000" dirty="0"/>
          </a:p>
        </p:txBody>
      </p:sp>
      <p:sp>
        <p:nvSpPr>
          <p:cNvPr id="259" name="직사각형 258">
            <a:extLst>
              <a:ext uri="{FF2B5EF4-FFF2-40B4-BE49-F238E27FC236}">
                <a16:creationId xmlns:a16="http://schemas.microsoft.com/office/drawing/2014/main" id="{536C0F2D-A33D-D682-303A-97718C0104D5}"/>
              </a:ext>
            </a:extLst>
          </p:cNvPr>
          <p:cNvSpPr/>
          <p:nvPr/>
        </p:nvSpPr>
        <p:spPr>
          <a:xfrm>
            <a:off x="8810868" y="5856429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국제조사 및 국제예비심사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198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sp>
        <p:nvSpPr>
          <p:cNvPr id="260" name="직사각형 259">
            <a:extLst>
              <a:ext uri="{FF2B5EF4-FFF2-40B4-BE49-F238E27FC236}">
                <a16:creationId xmlns:a16="http://schemas.microsoft.com/office/drawing/2014/main" id="{F742531A-0649-76D8-3514-C43BC3850116}"/>
              </a:ext>
            </a:extLst>
          </p:cNvPr>
          <p:cNvSpPr/>
          <p:nvPr/>
        </p:nvSpPr>
        <p:spPr>
          <a:xfrm>
            <a:off x="8810868" y="6047007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국제특허출원에 관한 특례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199~214)</a:t>
            </a:r>
            <a:endParaRPr lang="ko-KR" altLang="en-US" sz="1000" dirty="0"/>
          </a:p>
        </p:txBody>
      </p:sp>
      <p:cxnSp>
        <p:nvCxnSpPr>
          <p:cNvPr id="261" name="꺾인 연결선 260">
            <a:extLst>
              <a:ext uri="{FF2B5EF4-FFF2-40B4-BE49-F238E27FC236}">
                <a16:creationId xmlns:a16="http://schemas.microsoft.com/office/drawing/2014/main" id="{5958B819-F0C1-D007-FB28-F26C17C23705}"/>
              </a:ext>
            </a:extLst>
          </p:cNvPr>
          <p:cNvCxnSpPr>
            <a:stCxn id="257" idx="3"/>
            <a:endCxn id="258" idx="1"/>
          </p:cNvCxnSpPr>
          <p:nvPr/>
        </p:nvCxnSpPr>
        <p:spPr>
          <a:xfrm flipV="1">
            <a:off x="8657220" y="5729706"/>
            <a:ext cx="153648" cy="20443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꺾인 연결선 261">
            <a:extLst>
              <a:ext uri="{FF2B5EF4-FFF2-40B4-BE49-F238E27FC236}">
                <a16:creationId xmlns:a16="http://schemas.microsoft.com/office/drawing/2014/main" id="{A8C901ED-33A4-15A3-49D9-B0E7354B3111}"/>
              </a:ext>
            </a:extLst>
          </p:cNvPr>
          <p:cNvCxnSpPr>
            <a:stCxn id="257" idx="3"/>
            <a:endCxn id="259" idx="1"/>
          </p:cNvCxnSpPr>
          <p:nvPr/>
        </p:nvCxnSpPr>
        <p:spPr>
          <a:xfrm flipV="1">
            <a:off x="8657220" y="5925708"/>
            <a:ext cx="153648" cy="84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꺾인 연결선 262">
            <a:extLst>
              <a:ext uri="{FF2B5EF4-FFF2-40B4-BE49-F238E27FC236}">
                <a16:creationId xmlns:a16="http://schemas.microsoft.com/office/drawing/2014/main" id="{7FE9F9C3-8565-BD43-3768-435F7F4308F6}"/>
              </a:ext>
            </a:extLst>
          </p:cNvPr>
          <p:cNvCxnSpPr>
            <a:stCxn id="257" idx="3"/>
            <a:endCxn id="260" idx="1"/>
          </p:cNvCxnSpPr>
          <p:nvPr/>
        </p:nvCxnSpPr>
        <p:spPr>
          <a:xfrm>
            <a:off x="8657220" y="5934143"/>
            <a:ext cx="153648" cy="1821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꺾인 연결선 263">
            <a:extLst>
              <a:ext uri="{FF2B5EF4-FFF2-40B4-BE49-F238E27FC236}">
                <a16:creationId xmlns:a16="http://schemas.microsoft.com/office/drawing/2014/main" id="{A5C36D9A-985D-9A70-1BB3-BFE64D3DB4E1}"/>
              </a:ext>
            </a:extLst>
          </p:cNvPr>
          <p:cNvCxnSpPr>
            <a:stCxn id="273" idx="3"/>
            <a:endCxn id="295" idx="1"/>
          </p:cNvCxnSpPr>
          <p:nvPr/>
        </p:nvCxnSpPr>
        <p:spPr>
          <a:xfrm flipV="1">
            <a:off x="4278775" y="4164703"/>
            <a:ext cx="168733" cy="44072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꺾인 연결선 264">
            <a:extLst>
              <a:ext uri="{FF2B5EF4-FFF2-40B4-BE49-F238E27FC236}">
                <a16:creationId xmlns:a16="http://schemas.microsoft.com/office/drawing/2014/main" id="{981FAD6B-3767-E44B-ABB8-8CC550EB6081}"/>
              </a:ext>
            </a:extLst>
          </p:cNvPr>
          <p:cNvCxnSpPr>
            <a:stCxn id="273" idx="3"/>
            <a:endCxn id="296" idx="1"/>
          </p:cNvCxnSpPr>
          <p:nvPr/>
        </p:nvCxnSpPr>
        <p:spPr>
          <a:xfrm flipV="1">
            <a:off x="4278775" y="4328505"/>
            <a:ext cx="168733" cy="27692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직사각형 265">
            <a:extLst>
              <a:ext uri="{FF2B5EF4-FFF2-40B4-BE49-F238E27FC236}">
                <a16:creationId xmlns:a16="http://schemas.microsoft.com/office/drawing/2014/main" id="{2B805C84-9B27-F344-F383-3EC0EC7C4096}"/>
              </a:ext>
            </a:extLst>
          </p:cNvPr>
          <p:cNvSpPr/>
          <p:nvPr/>
        </p:nvSpPr>
        <p:spPr>
          <a:xfrm>
            <a:off x="612833" y="5324052"/>
            <a:ext cx="355015" cy="364286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소송</a:t>
            </a:r>
          </a:p>
        </p:txBody>
      </p:sp>
      <p:sp>
        <p:nvSpPr>
          <p:cNvPr id="267" name="직사각형 266">
            <a:extLst>
              <a:ext uri="{FF2B5EF4-FFF2-40B4-BE49-F238E27FC236}">
                <a16:creationId xmlns:a16="http://schemas.microsoft.com/office/drawing/2014/main" id="{A2841A03-DB3B-C98F-8A7D-0B4190B8C922}"/>
              </a:ext>
            </a:extLst>
          </p:cNvPr>
          <p:cNvSpPr/>
          <p:nvPr/>
        </p:nvSpPr>
        <p:spPr>
          <a:xfrm>
            <a:off x="1121497" y="5232479"/>
            <a:ext cx="2333212" cy="1385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 err="1"/>
              <a:t>심결취소소송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186~189)</a:t>
            </a:r>
            <a:endParaRPr lang="ko-KR" altLang="en-US" sz="1000" dirty="0"/>
          </a:p>
        </p:txBody>
      </p:sp>
      <p:sp>
        <p:nvSpPr>
          <p:cNvPr id="268" name="직사각형 267">
            <a:extLst>
              <a:ext uri="{FF2B5EF4-FFF2-40B4-BE49-F238E27FC236}">
                <a16:creationId xmlns:a16="http://schemas.microsoft.com/office/drawing/2014/main" id="{44BBCB25-74D9-E35E-0ACC-75440E72005F}"/>
              </a:ext>
            </a:extLst>
          </p:cNvPr>
          <p:cNvSpPr/>
          <p:nvPr/>
        </p:nvSpPr>
        <p:spPr>
          <a:xfrm>
            <a:off x="1121497" y="5428481"/>
            <a:ext cx="2333212" cy="1385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보상금</a:t>
            </a:r>
            <a:r>
              <a:rPr lang="en-US" altLang="ko-KR" sz="1000" dirty="0"/>
              <a:t>/</a:t>
            </a:r>
            <a:r>
              <a:rPr lang="ko-KR" altLang="en-US" sz="1000" dirty="0"/>
              <a:t>대가에 대한 소송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190, 191)</a:t>
            </a:r>
            <a:endParaRPr lang="ko-KR" altLang="en-US" sz="1000" dirty="0"/>
          </a:p>
        </p:txBody>
      </p:sp>
      <p:sp>
        <p:nvSpPr>
          <p:cNvPr id="269" name="직사각형 268">
            <a:extLst>
              <a:ext uri="{FF2B5EF4-FFF2-40B4-BE49-F238E27FC236}">
                <a16:creationId xmlns:a16="http://schemas.microsoft.com/office/drawing/2014/main" id="{1E2A49DC-DD13-A8D7-48EB-293A7B708761}"/>
              </a:ext>
            </a:extLst>
          </p:cNvPr>
          <p:cNvSpPr/>
          <p:nvPr/>
        </p:nvSpPr>
        <p:spPr>
          <a:xfrm>
            <a:off x="1121497" y="5619059"/>
            <a:ext cx="2333212" cy="1385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변리사 보수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191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cxnSp>
        <p:nvCxnSpPr>
          <p:cNvPr id="270" name="꺾인 연결선 269">
            <a:extLst>
              <a:ext uri="{FF2B5EF4-FFF2-40B4-BE49-F238E27FC236}">
                <a16:creationId xmlns:a16="http://schemas.microsoft.com/office/drawing/2014/main" id="{E98D8693-7B2F-F89C-275A-0C9E5673F7FA}"/>
              </a:ext>
            </a:extLst>
          </p:cNvPr>
          <p:cNvCxnSpPr>
            <a:stCxn id="266" idx="3"/>
            <a:endCxn id="267" idx="1"/>
          </p:cNvCxnSpPr>
          <p:nvPr/>
        </p:nvCxnSpPr>
        <p:spPr>
          <a:xfrm flipV="1">
            <a:off x="967848" y="5301758"/>
            <a:ext cx="153649" cy="20443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꺾인 연결선 270">
            <a:extLst>
              <a:ext uri="{FF2B5EF4-FFF2-40B4-BE49-F238E27FC236}">
                <a16:creationId xmlns:a16="http://schemas.microsoft.com/office/drawing/2014/main" id="{4066CB73-A7E0-9ECB-B7AD-9493F14AF4DA}"/>
              </a:ext>
            </a:extLst>
          </p:cNvPr>
          <p:cNvCxnSpPr>
            <a:stCxn id="266" idx="3"/>
            <a:endCxn id="268" idx="1"/>
          </p:cNvCxnSpPr>
          <p:nvPr/>
        </p:nvCxnSpPr>
        <p:spPr>
          <a:xfrm flipV="1">
            <a:off x="967848" y="5497760"/>
            <a:ext cx="153649" cy="84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꺾인 연결선 271">
            <a:extLst>
              <a:ext uri="{FF2B5EF4-FFF2-40B4-BE49-F238E27FC236}">
                <a16:creationId xmlns:a16="http://schemas.microsoft.com/office/drawing/2014/main" id="{A19BB0C8-2B9A-63AC-9DD1-44685C75AF87}"/>
              </a:ext>
            </a:extLst>
          </p:cNvPr>
          <p:cNvCxnSpPr>
            <a:stCxn id="266" idx="3"/>
            <a:endCxn id="269" idx="1"/>
          </p:cNvCxnSpPr>
          <p:nvPr/>
        </p:nvCxnSpPr>
        <p:spPr>
          <a:xfrm>
            <a:off x="967848" y="5506195"/>
            <a:ext cx="153649" cy="1821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직사각형 272">
            <a:extLst>
              <a:ext uri="{FF2B5EF4-FFF2-40B4-BE49-F238E27FC236}">
                <a16:creationId xmlns:a16="http://schemas.microsoft.com/office/drawing/2014/main" id="{E4F6B850-FE94-AA10-9094-F05509B266D2}"/>
              </a:ext>
            </a:extLst>
          </p:cNvPr>
          <p:cNvSpPr/>
          <p:nvPr/>
        </p:nvSpPr>
        <p:spPr>
          <a:xfrm>
            <a:off x="3609544" y="4480740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accent3">
                    <a:lumMod val="50000"/>
                  </a:schemeClr>
                </a:solidFill>
              </a:rPr>
              <a:t>소송요건</a:t>
            </a:r>
            <a:endParaRPr lang="en-US" altLang="ko-KR" sz="1000" dirty="0">
              <a:solidFill>
                <a:schemeClr val="accent3">
                  <a:lumMod val="50000"/>
                </a:schemeClr>
              </a:solidFill>
            </a:endParaRPr>
          </a:p>
          <a:p>
            <a:pPr algn="ctr"/>
            <a:r>
              <a:rPr lang="en-US" altLang="ko-KR" sz="700" dirty="0">
                <a:solidFill>
                  <a:schemeClr val="accent3">
                    <a:lumMod val="50000"/>
                  </a:schemeClr>
                </a:solidFill>
              </a:rPr>
              <a:t>(</a:t>
            </a:r>
            <a:r>
              <a:rPr lang="ko-KR" altLang="en-US" sz="700" dirty="0">
                <a:solidFill>
                  <a:schemeClr val="accent3">
                    <a:lumMod val="50000"/>
                  </a:schemeClr>
                </a:solidFill>
              </a:rPr>
              <a:t>法 </a:t>
            </a:r>
            <a:r>
              <a:rPr lang="en-US" altLang="ko-KR" sz="700" dirty="0">
                <a:solidFill>
                  <a:schemeClr val="accent3">
                    <a:lumMod val="50000"/>
                  </a:schemeClr>
                </a:solidFill>
              </a:rPr>
              <a:t>186, 187)</a:t>
            </a:r>
            <a:endParaRPr lang="ko-KR" altLang="en-US" sz="7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74" name="직사각형 273">
            <a:extLst>
              <a:ext uri="{FF2B5EF4-FFF2-40B4-BE49-F238E27FC236}">
                <a16:creationId xmlns:a16="http://schemas.microsoft.com/office/drawing/2014/main" id="{DF9E0488-06A6-1FDE-D5E0-2E41D30B033C}"/>
              </a:ext>
            </a:extLst>
          </p:cNvPr>
          <p:cNvSpPr/>
          <p:nvPr/>
        </p:nvSpPr>
        <p:spPr>
          <a:xfrm>
            <a:off x="3609544" y="5109654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소송제기</a:t>
            </a:r>
          </a:p>
        </p:txBody>
      </p:sp>
      <p:sp>
        <p:nvSpPr>
          <p:cNvPr id="275" name="직사각형 274">
            <a:extLst>
              <a:ext uri="{FF2B5EF4-FFF2-40B4-BE49-F238E27FC236}">
                <a16:creationId xmlns:a16="http://schemas.microsoft.com/office/drawing/2014/main" id="{175B9DBB-10E8-F538-BB8A-257600DEB718}"/>
              </a:ext>
            </a:extLst>
          </p:cNvPr>
          <p:cNvSpPr/>
          <p:nvPr/>
        </p:nvSpPr>
        <p:spPr>
          <a:xfrm>
            <a:off x="3609544" y="5640678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소송심리</a:t>
            </a:r>
          </a:p>
        </p:txBody>
      </p:sp>
      <p:sp>
        <p:nvSpPr>
          <p:cNvPr id="276" name="직사각형 275">
            <a:extLst>
              <a:ext uri="{FF2B5EF4-FFF2-40B4-BE49-F238E27FC236}">
                <a16:creationId xmlns:a16="http://schemas.microsoft.com/office/drawing/2014/main" id="{97F85766-06E4-5D2D-364F-334A0318A2CE}"/>
              </a:ext>
            </a:extLst>
          </p:cNvPr>
          <p:cNvSpPr/>
          <p:nvPr/>
        </p:nvSpPr>
        <p:spPr>
          <a:xfrm>
            <a:off x="3609544" y="6249551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소송종료</a:t>
            </a:r>
          </a:p>
        </p:txBody>
      </p:sp>
      <p:cxnSp>
        <p:nvCxnSpPr>
          <p:cNvPr id="277" name="꺾인 연결선 276">
            <a:extLst>
              <a:ext uri="{FF2B5EF4-FFF2-40B4-BE49-F238E27FC236}">
                <a16:creationId xmlns:a16="http://schemas.microsoft.com/office/drawing/2014/main" id="{5CC50B71-350B-09AF-D481-BCDDE4885259}"/>
              </a:ext>
            </a:extLst>
          </p:cNvPr>
          <p:cNvCxnSpPr>
            <a:stCxn id="267" idx="3"/>
            <a:endCxn id="273" idx="1"/>
          </p:cNvCxnSpPr>
          <p:nvPr/>
        </p:nvCxnSpPr>
        <p:spPr>
          <a:xfrm flipV="1">
            <a:off x="3454709" y="4605428"/>
            <a:ext cx="154835" cy="696330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꺾인 연결선 277">
            <a:extLst>
              <a:ext uri="{FF2B5EF4-FFF2-40B4-BE49-F238E27FC236}">
                <a16:creationId xmlns:a16="http://schemas.microsoft.com/office/drawing/2014/main" id="{689EE7C2-3673-2A4A-EAD7-D503F3E5E3A4}"/>
              </a:ext>
            </a:extLst>
          </p:cNvPr>
          <p:cNvCxnSpPr>
            <a:stCxn id="267" idx="3"/>
            <a:endCxn id="276" idx="1"/>
          </p:cNvCxnSpPr>
          <p:nvPr/>
        </p:nvCxnSpPr>
        <p:spPr>
          <a:xfrm>
            <a:off x="3454709" y="5301758"/>
            <a:ext cx="154835" cy="1072481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꺾인 연결선 278">
            <a:extLst>
              <a:ext uri="{FF2B5EF4-FFF2-40B4-BE49-F238E27FC236}">
                <a16:creationId xmlns:a16="http://schemas.microsoft.com/office/drawing/2014/main" id="{418FD260-3044-5F42-FD27-9B447454874E}"/>
              </a:ext>
            </a:extLst>
          </p:cNvPr>
          <p:cNvCxnSpPr>
            <a:stCxn id="267" idx="3"/>
            <a:endCxn id="274" idx="1"/>
          </p:cNvCxnSpPr>
          <p:nvPr/>
        </p:nvCxnSpPr>
        <p:spPr>
          <a:xfrm flipV="1">
            <a:off x="3454709" y="5234342"/>
            <a:ext cx="154835" cy="6741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꺾인 연결선 279">
            <a:extLst>
              <a:ext uri="{FF2B5EF4-FFF2-40B4-BE49-F238E27FC236}">
                <a16:creationId xmlns:a16="http://schemas.microsoft.com/office/drawing/2014/main" id="{C8321791-D160-9A09-0435-90470DDA4762}"/>
              </a:ext>
            </a:extLst>
          </p:cNvPr>
          <p:cNvCxnSpPr>
            <a:stCxn id="267" idx="3"/>
            <a:endCxn id="275" idx="1"/>
          </p:cNvCxnSpPr>
          <p:nvPr/>
        </p:nvCxnSpPr>
        <p:spPr>
          <a:xfrm>
            <a:off x="3454709" y="5301758"/>
            <a:ext cx="154835" cy="46360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꺾인 연결선 280">
            <a:extLst>
              <a:ext uri="{FF2B5EF4-FFF2-40B4-BE49-F238E27FC236}">
                <a16:creationId xmlns:a16="http://schemas.microsoft.com/office/drawing/2014/main" id="{4D90D336-A258-9CAF-C6E0-12792F568C28}"/>
              </a:ext>
            </a:extLst>
          </p:cNvPr>
          <p:cNvCxnSpPr>
            <a:stCxn id="273" idx="3"/>
            <a:endCxn id="297" idx="1"/>
          </p:cNvCxnSpPr>
          <p:nvPr/>
        </p:nvCxnSpPr>
        <p:spPr>
          <a:xfrm flipV="1">
            <a:off x="4278775" y="4489475"/>
            <a:ext cx="168733" cy="11595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꺾인 연결선 281">
            <a:extLst>
              <a:ext uri="{FF2B5EF4-FFF2-40B4-BE49-F238E27FC236}">
                <a16:creationId xmlns:a16="http://schemas.microsoft.com/office/drawing/2014/main" id="{7A498146-2E1F-C0C1-2DED-B6D0971C6FF4}"/>
              </a:ext>
            </a:extLst>
          </p:cNvPr>
          <p:cNvCxnSpPr>
            <a:stCxn id="274" idx="3"/>
            <a:endCxn id="298" idx="1"/>
          </p:cNvCxnSpPr>
          <p:nvPr/>
        </p:nvCxnSpPr>
        <p:spPr>
          <a:xfrm flipV="1">
            <a:off x="4278775" y="5070329"/>
            <a:ext cx="168733" cy="16401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꺾인 연결선 282">
            <a:extLst>
              <a:ext uri="{FF2B5EF4-FFF2-40B4-BE49-F238E27FC236}">
                <a16:creationId xmlns:a16="http://schemas.microsoft.com/office/drawing/2014/main" id="{1F6D1973-8062-FEBE-4286-7801C4DA71BA}"/>
              </a:ext>
            </a:extLst>
          </p:cNvPr>
          <p:cNvCxnSpPr>
            <a:stCxn id="274" idx="3"/>
            <a:endCxn id="299" idx="1"/>
          </p:cNvCxnSpPr>
          <p:nvPr/>
        </p:nvCxnSpPr>
        <p:spPr>
          <a:xfrm flipV="1">
            <a:off x="4278775" y="5234131"/>
            <a:ext cx="168733" cy="21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꺾인 연결선 283">
            <a:extLst>
              <a:ext uri="{FF2B5EF4-FFF2-40B4-BE49-F238E27FC236}">
                <a16:creationId xmlns:a16="http://schemas.microsoft.com/office/drawing/2014/main" id="{89BDC16C-BFF7-D68A-25CB-CC164C96E6D1}"/>
              </a:ext>
            </a:extLst>
          </p:cNvPr>
          <p:cNvCxnSpPr>
            <a:stCxn id="275" idx="3"/>
            <a:endCxn id="300" idx="1"/>
          </p:cNvCxnSpPr>
          <p:nvPr/>
        </p:nvCxnSpPr>
        <p:spPr>
          <a:xfrm flipV="1">
            <a:off x="4278775" y="5762383"/>
            <a:ext cx="168733" cy="298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꺾인 연결선 284">
            <a:extLst>
              <a:ext uri="{FF2B5EF4-FFF2-40B4-BE49-F238E27FC236}">
                <a16:creationId xmlns:a16="http://schemas.microsoft.com/office/drawing/2014/main" id="{9A998697-AB87-9DBE-A75B-DE1AC60C87B3}"/>
              </a:ext>
            </a:extLst>
          </p:cNvPr>
          <p:cNvCxnSpPr>
            <a:cxnSpLocks/>
            <a:stCxn id="275" idx="3"/>
            <a:endCxn id="301" idx="1"/>
          </p:cNvCxnSpPr>
          <p:nvPr/>
        </p:nvCxnSpPr>
        <p:spPr>
          <a:xfrm>
            <a:off x="4278775" y="5765366"/>
            <a:ext cx="168733" cy="24859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꺾인 연결선 285">
            <a:extLst>
              <a:ext uri="{FF2B5EF4-FFF2-40B4-BE49-F238E27FC236}">
                <a16:creationId xmlns:a16="http://schemas.microsoft.com/office/drawing/2014/main" id="{AA01AE2A-7A94-0395-C8D3-014984E3B8A1}"/>
              </a:ext>
            </a:extLst>
          </p:cNvPr>
          <p:cNvCxnSpPr>
            <a:stCxn id="276" idx="3"/>
            <a:endCxn id="302" idx="1"/>
          </p:cNvCxnSpPr>
          <p:nvPr/>
        </p:nvCxnSpPr>
        <p:spPr>
          <a:xfrm flipV="1">
            <a:off x="4278775" y="6284664"/>
            <a:ext cx="168733" cy="8957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꺾인 연결선 286">
            <a:extLst>
              <a:ext uri="{FF2B5EF4-FFF2-40B4-BE49-F238E27FC236}">
                <a16:creationId xmlns:a16="http://schemas.microsoft.com/office/drawing/2014/main" id="{DB7F5062-D7EA-56AC-3E83-5E5E7E99C687}"/>
              </a:ext>
            </a:extLst>
          </p:cNvPr>
          <p:cNvCxnSpPr>
            <a:cxnSpLocks/>
            <a:stCxn id="276" idx="3"/>
            <a:endCxn id="303" idx="1"/>
          </p:cNvCxnSpPr>
          <p:nvPr/>
        </p:nvCxnSpPr>
        <p:spPr>
          <a:xfrm>
            <a:off x="4278775" y="6374239"/>
            <a:ext cx="168733" cy="17444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직사각형 288">
            <a:extLst>
              <a:ext uri="{FF2B5EF4-FFF2-40B4-BE49-F238E27FC236}">
                <a16:creationId xmlns:a16="http://schemas.microsoft.com/office/drawing/2014/main" id="{7C0409D2-5319-9DE7-343E-2BC506954EB9}"/>
              </a:ext>
            </a:extLst>
          </p:cNvPr>
          <p:cNvSpPr/>
          <p:nvPr/>
        </p:nvSpPr>
        <p:spPr>
          <a:xfrm>
            <a:off x="5954614" y="5228714"/>
            <a:ext cx="1396961" cy="3289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변론주의 원칙</a:t>
            </a:r>
            <a:endParaRPr lang="en-US" altLang="ko-KR" sz="1000" dirty="0"/>
          </a:p>
          <a:p>
            <a:pPr algn="ctr"/>
            <a:r>
              <a:rPr lang="en-US" altLang="ko-KR" sz="1000" dirty="0"/>
              <a:t>(</a:t>
            </a:r>
            <a:r>
              <a:rPr lang="ko-KR" altLang="en-US" sz="1000" dirty="0"/>
              <a:t>직권주의 가미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290" name="직사각형 289">
            <a:extLst>
              <a:ext uri="{FF2B5EF4-FFF2-40B4-BE49-F238E27FC236}">
                <a16:creationId xmlns:a16="http://schemas.microsoft.com/office/drawing/2014/main" id="{131E4BB5-B772-36D4-AF3A-08289E31D39B}"/>
              </a:ext>
            </a:extLst>
          </p:cNvPr>
          <p:cNvSpPr/>
          <p:nvPr/>
        </p:nvSpPr>
        <p:spPr>
          <a:xfrm>
            <a:off x="5954614" y="5591097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위법판단의 기준시점</a:t>
            </a:r>
          </a:p>
        </p:txBody>
      </p:sp>
      <p:sp>
        <p:nvSpPr>
          <p:cNvPr id="291" name="직사각형 290">
            <a:extLst>
              <a:ext uri="{FF2B5EF4-FFF2-40B4-BE49-F238E27FC236}">
                <a16:creationId xmlns:a16="http://schemas.microsoft.com/office/drawing/2014/main" id="{C3CB4E49-2FF3-F17E-1FD2-9CA9E27ABAC5}"/>
              </a:ext>
            </a:extLst>
          </p:cNvPr>
          <p:cNvSpPr/>
          <p:nvPr/>
        </p:nvSpPr>
        <p:spPr>
          <a:xfrm>
            <a:off x="5954614" y="5753241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심리범위</a:t>
            </a:r>
          </a:p>
        </p:txBody>
      </p:sp>
      <p:sp>
        <p:nvSpPr>
          <p:cNvPr id="292" name="직사각형 291">
            <a:extLst>
              <a:ext uri="{FF2B5EF4-FFF2-40B4-BE49-F238E27FC236}">
                <a16:creationId xmlns:a16="http://schemas.microsoft.com/office/drawing/2014/main" id="{EB1942C5-B570-26E3-40D8-6D00C91E0F30}"/>
              </a:ext>
            </a:extLst>
          </p:cNvPr>
          <p:cNvSpPr/>
          <p:nvPr/>
        </p:nvSpPr>
        <p:spPr>
          <a:xfrm>
            <a:off x="5954614" y="5911001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주장증명책임</a:t>
            </a:r>
          </a:p>
        </p:txBody>
      </p:sp>
      <p:sp>
        <p:nvSpPr>
          <p:cNvPr id="293" name="직사각형 292">
            <a:extLst>
              <a:ext uri="{FF2B5EF4-FFF2-40B4-BE49-F238E27FC236}">
                <a16:creationId xmlns:a16="http://schemas.microsoft.com/office/drawing/2014/main" id="{EC1C4C09-CC39-C8E6-A932-710B1FF9B066}"/>
              </a:ext>
            </a:extLst>
          </p:cNvPr>
          <p:cNvSpPr/>
          <p:nvPr/>
        </p:nvSpPr>
        <p:spPr>
          <a:xfrm>
            <a:off x="5954614" y="6071372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자백</a:t>
            </a:r>
          </a:p>
        </p:txBody>
      </p:sp>
      <p:sp>
        <p:nvSpPr>
          <p:cNvPr id="295" name="직사각형 294">
            <a:extLst>
              <a:ext uri="{FF2B5EF4-FFF2-40B4-BE49-F238E27FC236}">
                <a16:creationId xmlns:a16="http://schemas.microsoft.com/office/drawing/2014/main" id="{77DF7872-0E4E-697A-93F1-11F5515BF77C}"/>
              </a:ext>
            </a:extLst>
          </p:cNvPr>
          <p:cNvSpPr/>
          <p:nvPr/>
        </p:nvSpPr>
        <p:spPr>
          <a:xfrm>
            <a:off x="4447508" y="4100527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소송물</a:t>
            </a:r>
            <a:endParaRPr lang="ko-KR" altLang="en-US" sz="1000" dirty="0"/>
          </a:p>
        </p:txBody>
      </p:sp>
      <p:sp>
        <p:nvSpPr>
          <p:cNvPr id="296" name="직사각형 295">
            <a:extLst>
              <a:ext uri="{FF2B5EF4-FFF2-40B4-BE49-F238E27FC236}">
                <a16:creationId xmlns:a16="http://schemas.microsoft.com/office/drawing/2014/main" id="{D30FAEA3-8A17-56E6-8992-A06497DD8E4D}"/>
              </a:ext>
            </a:extLst>
          </p:cNvPr>
          <p:cNvSpPr/>
          <p:nvPr/>
        </p:nvSpPr>
        <p:spPr>
          <a:xfrm>
            <a:off x="4447508" y="4264329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소의 이익</a:t>
            </a:r>
          </a:p>
        </p:txBody>
      </p:sp>
      <p:sp>
        <p:nvSpPr>
          <p:cNvPr id="297" name="직사각형 296">
            <a:extLst>
              <a:ext uri="{FF2B5EF4-FFF2-40B4-BE49-F238E27FC236}">
                <a16:creationId xmlns:a16="http://schemas.microsoft.com/office/drawing/2014/main" id="{695978E6-7F92-8FC7-3301-74B092BCD336}"/>
              </a:ext>
            </a:extLst>
          </p:cNvPr>
          <p:cNvSpPr/>
          <p:nvPr/>
        </p:nvSpPr>
        <p:spPr>
          <a:xfrm>
            <a:off x="4447508" y="4425299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관할</a:t>
            </a:r>
          </a:p>
        </p:txBody>
      </p:sp>
      <p:sp>
        <p:nvSpPr>
          <p:cNvPr id="298" name="직사각형 297">
            <a:extLst>
              <a:ext uri="{FF2B5EF4-FFF2-40B4-BE49-F238E27FC236}">
                <a16:creationId xmlns:a16="http://schemas.microsoft.com/office/drawing/2014/main" id="{9F060032-D4B8-50BD-3A6A-866F23B264E9}"/>
              </a:ext>
            </a:extLst>
          </p:cNvPr>
          <p:cNvSpPr/>
          <p:nvPr/>
        </p:nvSpPr>
        <p:spPr>
          <a:xfrm>
            <a:off x="4447508" y="5006153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소장의 제출</a:t>
            </a:r>
          </a:p>
        </p:txBody>
      </p:sp>
      <p:sp>
        <p:nvSpPr>
          <p:cNvPr id="299" name="직사각형 298">
            <a:extLst>
              <a:ext uri="{FF2B5EF4-FFF2-40B4-BE49-F238E27FC236}">
                <a16:creationId xmlns:a16="http://schemas.microsoft.com/office/drawing/2014/main" id="{A3577A3A-863C-BF3A-0C5F-A34F3BC0A1C2}"/>
              </a:ext>
            </a:extLst>
          </p:cNvPr>
          <p:cNvSpPr/>
          <p:nvPr/>
        </p:nvSpPr>
        <p:spPr>
          <a:xfrm>
            <a:off x="4447508" y="5169955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심판원장에게 통지</a:t>
            </a:r>
            <a:r>
              <a:rPr lang="en-US" altLang="ko-KR" sz="600" dirty="0">
                <a:solidFill>
                  <a:schemeClr val="tx1"/>
                </a:solidFill>
              </a:rPr>
              <a:t>(</a:t>
            </a:r>
            <a:r>
              <a:rPr lang="ko-KR" altLang="en-US" sz="600" dirty="0">
                <a:solidFill>
                  <a:schemeClr val="tx1"/>
                </a:solidFill>
              </a:rPr>
              <a:t>法 </a:t>
            </a:r>
            <a:r>
              <a:rPr lang="en-US" altLang="ko-KR" sz="600" dirty="0">
                <a:solidFill>
                  <a:schemeClr val="tx1"/>
                </a:solidFill>
              </a:rPr>
              <a:t>188)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00" name="직사각형 299">
            <a:extLst>
              <a:ext uri="{FF2B5EF4-FFF2-40B4-BE49-F238E27FC236}">
                <a16:creationId xmlns:a16="http://schemas.microsoft.com/office/drawing/2014/main" id="{AF1DB784-88A3-DA0A-711A-F4A93C21A335}"/>
              </a:ext>
            </a:extLst>
          </p:cNvPr>
          <p:cNvSpPr/>
          <p:nvPr/>
        </p:nvSpPr>
        <p:spPr>
          <a:xfrm>
            <a:off x="4447508" y="5698207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본안심리</a:t>
            </a:r>
            <a:endParaRPr lang="ko-KR" altLang="en-US" sz="1000" dirty="0"/>
          </a:p>
        </p:txBody>
      </p:sp>
      <p:sp>
        <p:nvSpPr>
          <p:cNvPr id="301" name="직사각형 300">
            <a:extLst>
              <a:ext uri="{FF2B5EF4-FFF2-40B4-BE49-F238E27FC236}">
                <a16:creationId xmlns:a16="http://schemas.microsoft.com/office/drawing/2014/main" id="{6574F948-BE19-A760-9C1F-2C3BBDBF30C6}"/>
              </a:ext>
            </a:extLst>
          </p:cNvPr>
          <p:cNvSpPr/>
          <p:nvPr/>
        </p:nvSpPr>
        <p:spPr>
          <a:xfrm>
            <a:off x="4447508" y="5859952"/>
            <a:ext cx="1380067" cy="3080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기술심리관의 관여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法 </a:t>
            </a:r>
            <a:r>
              <a:rPr lang="en-US" altLang="ko-KR" sz="800" dirty="0">
                <a:solidFill>
                  <a:schemeClr val="tx1"/>
                </a:solidFill>
              </a:rPr>
              <a:t>188</a:t>
            </a:r>
            <a:r>
              <a:rPr lang="ko-KR" altLang="en-US" sz="800" dirty="0">
                <a:solidFill>
                  <a:schemeClr val="tx1"/>
                </a:solidFill>
              </a:rPr>
              <a:t>의</a:t>
            </a:r>
            <a:r>
              <a:rPr lang="en-US" altLang="ko-KR" sz="8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02" name="직사각형 301">
            <a:extLst>
              <a:ext uri="{FF2B5EF4-FFF2-40B4-BE49-F238E27FC236}">
                <a16:creationId xmlns:a16="http://schemas.microsoft.com/office/drawing/2014/main" id="{7394DBE7-29EC-6D52-EB19-9330B7684BD9}"/>
              </a:ext>
            </a:extLst>
          </p:cNvPr>
          <p:cNvSpPr/>
          <p:nvPr/>
        </p:nvSpPr>
        <p:spPr>
          <a:xfrm>
            <a:off x="4447508" y="6220488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당사자에 의한 종결</a:t>
            </a:r>
          </a:p>
        </p:txBody>
      </p:sp>
      <p:sp>
        <p:nvSpPr>
          <p:cNvPr id="303" name="직사각형 302">
            <a:extLst>
              <a:ext uri="{FF2B5EF4-FFF2-40B4-BE49-F238E27FC236}">
                <a16:creationId xmlns:a16="http://schemas.microsoft.com/office/drawing/2014/main" id="{63467D6F-EF01-5C99-D410-97FBDA10E7FC}"/>
              </a:ext>
            </a:extLst>
          </p:cNvPr>
          <p:cNvSpPr/>
          <p:nvPr/>
        </p:nvSpPr>
        <p:spPr>
          <a:xfrm>
            <a:off x="4447508" y="6382234"/>
            <a:ext cx="1380067" cy="3328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종국판결에 의한 종결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法 </a:t>
            </a:r>
            <a:r>
              <a:rPr lang="en-US" altLang="ko-KR" sz="800" dirty="0">
                <a:solidFill>
                  <a:schemeClr val="tx1"/>
                </a:solidFill>
              </a:rPr>
              <a:t>189)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04" name="직사각형 303">
            <a:extLst>
              <a:ext uri="{FF2B5EF4-FFF2-40B4-BE49-F238E27FC236}">
                <a16:creationId xmlns:a16="http://schemas.microsoft.com/office/drawing/2014/main" id="{4B09A1BC-7FE1-6908-547C-DBE191C04113}"/>
              </a:ext>
            </a:extLst>
          </p:cNvPr>
          <p:cNvSpPr/>
          <p:nvPr/>
        </p:nvSpPr>
        <p:spPr>
          <a:xfrm>
            <a:off x="4447508" y="4594038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당사자</a:t>
            </a:r>
          </a:p>
        </p:txBody>
      </p:sp>
      <p:sp>
        <p:nvSpPr>
          <p:cNvPr id="305" name="직사각형 304">
            <a:extLst>
              <a:ext uri="{FF2B5EF4-FFF2-40B4-BE49-F238E27FC236}">
                <a16:creationId xmlns:a16="http://schemas.microsoft.com/office/drawing/2014/main" id="{6D96B5A8-F301-550A-3D0F-17E6482B020C}"/>
              </a:ext>
            </a:extLst>
          </p:cNvPr>
          <p:cNvSpPr/>
          <p:nvPr/>
        </p:nvSpPr>
        <p:spPr>
          <a:xfrm>
            <a:off x="4447508" y="5541835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소송요건의 심리</a:t>
            </a:r>
            <a:endParaRPr lang="en-US" altLang="ko-KR" sz="1000" dirty="0"/>
          </a:p>
        </p:txBody>
      </p:sp>
      <p:sp>
        <p:nvSpPr>
          <p:cNvPr id="306" name="직사각형 305">
            <a:extLst>
              <a:ext uri="{FF2B5EF4-FFF2-40B4-BE49-F238E27FC236}">
                <a16:creationId xmlns:a16="http://schemas.microsoft.com/office/drawing/2014/main" id="{F54C089E-DCE4-F30C-580E-B1F89F0110CC}"/>
              </a:ext>
            </a:extLst>
          </p:cNvPr>
          <p:cNvSpPr/>
          <p:nvPr/>
        </p:nvSpPr>
        <p:spPr>
          <a:xfrm>
            <a:off x="4447508" y="5338441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소장의 심사</a:t>
            </a:r>
            <a:endParaRPr lang="en-US" altLang="ko-KR" sz="1000" dirty="0"/>
          </a:p>
        </p:txBody>
      </p:sp>
      <p:sp>
        <p:nvSpPr>
          <p:cNvPr id="307" name="직사각형 306">
            <a:extLst>
              <a:ext uri="{FF2B5EF4-FFF2-40B4-BE49-F238E27FC236}">
                <a16:creationId xmlns:a16="http://schemas.microsoft.com/office/drawing/2014/main" id="{D77484EB-3644-F138-BCB2-D357BD08C2A4}"/>
              </a:ext>
            </a:extLst>
          </p:cNvPr>
          <p:cNvSpPr/>
          <p:nvPr/>
        </p:nvSpPr>
        <p:spPr>
          <a:xfrm>
            <a:off x="4447508" y="4764128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제소기간</a:t>
            </a:r>
          </a:p>
        </p:txBody>
      </p:sp>
      <p:cxnSp>
        <p:nvCxnSpPr>
          <p:cNvPr id="309" name="꺾인 연결선 308">
            <a:extLst>
              <a:ext uri="{FF2B5EF4-FFF2-40B4-BE49-F238E27FC236}">
                <a16:creationId xmlns:a16="http://schemas.microsoft.com/office/drawing/2014/main" id="{701BC715-0D14-462C-2894-BB8CEEF7F9B3}"/>
              </a:ext>
            </a:extLst>
          </p:cNvPr>
          <p:cNvCxnSpPr>
            <a:stCxn id="273" idx="3"/>
            <a:endCxn id="304" idx="1"/>
          </p:cNvCxnSpPr>
          <p:nvPr/>
        </p:nvCxnSpPr>
        <p:spPr>
          <a:xfrm>
            <a:off x="4278775" y="4605428"/>
            <a:ext cx="168733" cy="5278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꺾인 연결선 309">
            <a:extLst>
              <a:ext uri="{FF2B5EF4-FFF2-40B4-BE49-F238E27FC236}">
                <a16:creationId xmlns:a16="http://schemas.microsoft.com/office/drawing/2014/main" id="{65093498-B9AA-5443-E312-51972B4F6E8E}"/>
              </a:ext>
            </a:extLst>
          </p:cNvPr>
          <p:cNvCxnSpPr>
            <a:stCxn id="273" idx="3"/>
            <a:endCxn id="307" idx="1"/>
          </p:cNvCxnSpPr>
          <p:nvPr/>
        </p:nvCxnSpPr>
        <p:spPr>
          <a:xfrm>
            <a:off x="4278775" y="4605428"/>
            <a:ext cx="168733" cy="22287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꺾인 연결선 310">
            <a:extLst>
              <a:ext uri="{FF2B5EF4-FFF2-40B4-BE49-F238E27FC236}">
                <a16:creationId xmlns:a16="http://schemas.microsoft.com/office/drawing/2014/main" id="{0F5CCEB6-9CE9-351B-7531-A400CD983672}"/>
              </a:ext>
            </a:extLst>
          </p:cNvPr>
          <p:cNvCxnSpPr>
            <a:stCxn id="274" idx="3"/>
            <a:endCxn id="306" idx="1"/>
          </p:cNvCxnSpPr>
          <p:nvPr/>
        </p:nvCxnSpPr>
        <p:spPr>
          <a:xfrm>
            <a:off x="4278775" y="5234342"/>
            <a:ext cx="168733" cy="16827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꺾인 연결선 311">
            <a:extLst>
              <a:ext uri="{FF2B5EF4-FFF2-40B4-BE49-F238E27FC236}">
                <a16:creationId xmlns:a16="http://schemas.microsoft.com/office/drawing/2014/main" id="{BB56F817-BDFD-975B-4D1E-F0EAA3246472}"/>
              </a:ext>
            </a:extLst>
          </p:cNvPr>
          <p:cNvCxnSpPr>
            <a:stCxn id="275" idx="3"/>
            <a:endCxn id="305" idx="1"/>
          </p:cNvCxnSpPr>
          <p:nvPr/>
        </p:nvCxnSpPr>
        <p:spPr>
          <a:xfrm flipV="1">
            <a:off x="4278775" y="5606011"/>
            <a:ext cx="168733" cy="15935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꺾인 연결선 312">
            <a:extLst>
              <a:ext uri="{FF2B5EF4-FFF2-40B4-BE49-F238E27FC236}">
                <a16:creationId xmlns:a16="http://schemas.microsoft.com/office/drawing/2014/main" id="{4F951C13-4A30-D3BF-AA22-0C87DF4018CD}"/>
              </a:ext>
            </a:extLst>
          </p:cNvPr>
          <p:cNvCxnSpPr>
            <a:stCxn id="300" idx="3"/>
            <a:endCxn id="289" idx="1"/>
          </p:cNvCxnSpPr>
          <p:nvPr/>
        </p:nvCxnSpPr>
        <p:spPr>
          <a:xfrm flipV="1">
            <a:off x="5827575" y="5393209"/>
            <a:ext cx="127039" cy="36917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꺾인 연결선 313">
            <a:extLst>
              <a:ext uri="{FF2B5EF4-FFF2-40B4-BE49-F238E27FC236}">
                <a16:creationId xmlns:a16="http://schemas.microsoft.com/office/drawing/2014/main" id="{E86A4C94-0249-3193-6168-D9B701AB0C74}"/>
              </a:ext>
            </a:extLst>
          </p:cNvPr>
          <p:cNvCxnSpPr>
            <a:stCxn id="300" idx="3"/>
            <a:endCxn id="290" idx="1"/>
          </p:cNvCxnSpPr>
          <p:nvPr/>
        </p:nvCxnSpPr>
        <p:spPr>
          <a:xfrm flipV="1">
            <a:off x="5827575" y="5655273"/>
            <a:ext cx="127039" cy="10711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꺾인 연결선 314">
            <a:extLst>
              <a:ext uri="{FF2B5EF4-FFF2-40B4-BE49-F238E27FC236}">
                <a16:creationId xmlns:a16="http://schemas.microsoft.com/office/drawing/2014/main" id="{84079DD9-5A11-7441-7053-596999C7CE95}"/>
              </a:ext>
            </a:extLst>
          </p:cNvPr>
          <p:cNvCxnSpPr>
            <a:stCxn id="300" idx="3"/>
            <a:endCxn id="291" idx="1"/>
          </p:cNvCxnSpPr>
          <p:nvPr/>
        </p:nvCxnSpPr>
        <p:spPr>
          <a:xfrm>
            <a:off x="5827575" y="5762383"/>
            <a:ext cx="127039" cy="5503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꺾인 연결선 315">
            <a:extLst>
              <a:ext uri="{FF2B5EF4-FFF2-40B4-BE49-F238E27FC236}">
                <a16:creationId xmlns:a16="http://schemas.microsoft.com/office/drawing/2014/main" id="{4F23399A-D8D5-254B-01C9-95665BA17D22}"/>
              </a:ext>
            </a:extLst>
          </p:cNvPr>
          <p:cNvCxnSpPr>
            <a:stCxn id="300" idx="3"/>
            <a:endCxn id="292" idx="1"/>
          </p:cNvCxnSpPr>
          <p:nvPr/>
        </p:nvCxnSpPr>
        <p:spPr>
          <a:xfrm>
            <a:off x="5827575" y="5762383"/>
            <a:ext cx="127039" cy="21279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꺾인 연결선 316">
            <a:extLst>
              <a:ext uri="{FF2B5EF4-FFF2-40B4-BE49-F238E27FC236}">
                <a16:creationId xmlns:a16="http://schemas.microsoft.com/office/drawing/2014/main" id="{F0993DF1-343F-E222-4C7A-02843F5CB9BB}"/>
              </a:ext>
            </a:extLst>
          </p:cNvPr>
          <p:cNvCxnSpPr>
            <a:endCxn id="293" idx="1"/>
          </p:cNvCxnSpPr>
          <p:nvPr/>
        </p:nvCxnSpPr>
        <p:spPr>
          <a:xfrm rot="16200000" flipH="1">
            <a:off x="5802218" y="5983152"/>
            <a:ext cx="293982" cy="10810"/>
          </a:xfrm>
          <a:prstGeom prst="bentConnector2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직사각형 317">
            <a:extLst>
              <a:ext uri="{FF2B5EF4-FFF2-40B4-BE49-F238E27FC236}">
                <a16:creationId xmlns:a16="http://schemas.microsoft.com/office/drawing/2014/main" id="{504ECFF8-9E45-3B50-7A54-5A5A77CACE37}"/>
              </a:ext>
            </a:extLst>
          </p:cNvPr>
          <p:cNvSpPr/>
          <p:nvPr/>
        </p:nvSpPr>
        <p:spPr>
          <a:xfrm>
            <a:off x="6103431" y="3574465"/>
            <a:ext cx="914400" cy="91440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특허법</a:t>
            </a:r>
            <a:endParaRPr lang="en-US" altLang="ko-KR" dirty="0"/>
          </a:p>
          <a:p>
            <a:pPr algn="ctr"/>
            <a:r>
              <a:rPr lang="ko-KR" altLang="en-US" dirty="0"/>
              <a:t>체계도</a:t>
            </a:r>
          </a:p>
        </p:txBody>
      </p:sp>
      <p:sp>
        <p:nvSpPr>
          <p:cNvPr id="319" name="타원 318">
            <a:extLst>
              <a:ext uri="{FF2B5EF4-FFF2-40B4-BE49-F238E27FC236}">
                <a16:creationId xmlns:a16="http://schemas.microsoft.com/office/drawing/2014/main" id="{49530348-DA66-3DD7-4650-9B261A55E8AF}"/>
              </a:ext>
            </a:extLst>
          </p:cNvPr>
          <p:cNvSpPr/>
          <p:nvPr/>
        </p:nvSpPr>
        <p:spPr>
          <a:xfrm>
            <a:off x="322118" y="2686891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320" name="타원 319">
            <a:extLst>
              <a:ext uri="{FF2B5EF4-FFF2-40B4-BE49-F238E27FC236}">
                <a16:creationId xmlns:a16="http://schemas.microsoft.com/office/drawing/2014/main" id="{537BE7EA-128D-8BC1-CE27-B0DDE2D28EBD}"/>
              </a:ext>
            </a:extLst>
          </p:cNvPr>
          <p:cNvSpPr/>
          <p:nvPr/>
        </p:nvSpPr>
        <p:spPr>
          <a:xfrm>
            <a:off x="262164" y="5316045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321" name="타원 320">
            <a:extLst>
              <a:ext uri="{FF2B5EF4-FFF2-40B4-BE49-F238E27FC236}">
                <a16:creationId xmlns:a16="http://schemas.microsoft.com/office/drawing/2014/main" id="{88610128-548D-80D2-B252-43B3F1FD88DC}"/>
              </a:ext>
            </a:extLst>
          </p:cNvPr>
          <p:cNvSpPr/>
          <p:nvPr/>
        </p:nvSpPr>
        <p:spPr>
          <a:xfrm>
            <a:off x="7873581" y="5757616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322" name="타원 321">
            <a:extLst>
              <a:ext uri="{FF2B5EF4-FFF2-40B4-BE49-F238E27FC236}">
                <a16:creationId xmlns:a16="http://schemas.microsoft.com/office/drawing/2014/main" id="{238BA8D2-B8CE-8343-898E-F3FBD79F2DC4}"/>
              </a:ext>
            </a:extLst>
          </p:cNvPr>
          <p:cNvSpPr/>
          <p:nvPr/>
        </p:nvSpPr>
        <p:spPr>
          <a:xfrm>
            <a:off x="6772900" y="2666961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323" name="자유형 322">
            <a:extLst>
              <a:ext uri="{FF2B5EF4-FFF2-40B4-BE49-F238E27FC236}">
                <a16:creationId xmlns:a16="http://schemas.microsoft.com/office/drawing/2014/main" id="{201E0CAC-3E8C-FDE7-AE45-9EC46EB1A5A1}"/>
              </a:ext>
            </a:extLst>
          </p:cNvPr>
          <p:cNvSpPr/>
          <p:nvPr/>
        </p:nvSpPr>
        <p:spPr>
          <a:xfrm>
            <a:off x="523875" y="3059642"/>
            <a:ext cx="5571067" cy="1845733"/>
          </a:xfrm>
          <a:custGeom>
            <a:avLst/>
            <a:gdLst>
              <a:gd name="connsiteX0" fmla="*/ 5571067 w 5571067"/>
              <a:gd name="connsiteY0" fmla="*/ 872066 h 1845733"/>
              <a:gd name="connsiteX1" fmla="*/ 3708400 w 5571067"/>
              <a:gd name="connsiteY1" fmla="*/ 872066 h 1845733"/>
              <a:gd name="connsiteX2" fmla="*/ 3708400 w 5571067"/>
              <a:gd name="connsiteY2" fmla="*/ 1244600 h 1845733"/>
              <a:gd name="connsiteX3" fmla="*/ 2853267 w 5571067"/>
              <a:gd name="connsiteY3" fmla="*/ 1244600 h 1845733"/>
              <a:gd name="connsiteX4" fmla="*/ 2853267 w 5571067"/>
              <a:gd name="connsiteY4" fmla="*/ 1845733 h 1845733"/>
              <a:gd name="connsiteX5" fmla="*/ 0 w 5571067"/>
              <a:gd name="connsiteY5" fmla="*/ 1845733 h 1845733"/>
              <a:gd name="connsiteX6" fmla="*/ 0 w 5571067"/>
              <a:gd name="connsiteY6" fmla="*/ 0 h 1845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71067" h="1845733">
                <a:moveTo>
                  <a:pt x="5571067" y="872066"/>
                </a:moveTo>
                <a:lnTo>
                  <a:pt x="3708400" y="872066"/>
                </a:lnTo>
                <a:lnTo>
                  <a:pt x="3708400" y="1244600"/>
                </a:lnTo>
                <a:lnTo>
                  <a:pt x="2853267" y="1244600"/>
                </a:lnTo>
                <a:lnTo>
                  <a:pt x="2853267" y="1845733"/>
                </a:lnTo>
                <a:lnTo>
                  <a:pt x="0" y="1845733"/>
                </a:lnTo>
                <a:lnTo>
                  <a:pt x="0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4" name="자유형 323">
            <a:extLst>
              <a:ext uri="{FF2B5EF4-FFF2-40B4-BE49-F238E27FC236}">
                <a16:creationId xmlns:a16="http://schemas.microsoft.com/office/drawing/2014/main" id="{8936BFED-3E9B-7D18-F6D6-1CA4B2954697}"/>
              </a:ext>
            </a:extLst>
          </p:cNvPr>
          <p:cNvSpPr/>
          <p:nvPr/>
        </p:nvSpPr>
        <p:spPr>
          <a:xfrm>
            <a:off x="422275" y="4905375"/>
            <a:ext cx="84667" cy="397933"/>
          </a:xfrm>
          <a:custGeom>
            <a:avLst/>
            <a:gdLst>
              <a:gd name="connsiteX0" fmla="*/ 84667 w 84667"/>
              <a:gd name="connsiteY0" fmla="*/ 0 h 397933"/>
              <a:gd name="connsiteX1" fmla="*/ 0 w 84667"/>
              <a:gd name="connsiteY1" fmla="*/ 0 h 397933"/>
              <a:gd name="connsiteX2" fmla="*/ 0 w 84667"/>
              <a:gd name="connsiteY2" fmla="*/ 397933 h 397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667" h="397933">
                <a:moveTo>
                  <a:pt x="84667" y="0"/>
                </a:moveTo>
                <a:lnTo>
                  <a:pt x="0" y="0"/>
                </a:lnTo>
                <a:lnTo>
                  <a:pt x="0" y="397933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5" name="자유형 324">
            <a:extLst>
              <a:ext uri="{FF2B5EF4-FFF2-40B4-BE49-F238E27FC236}">
                <a16:creationId xmlns:a16="http://schemas.microsoft.com/office/drawing/2014/main" id="{1DB8EB29-8075-19A0-0965-8482E763C200}"/>
              </a:ext>
            </a:extLst>
          </p:cNvPr>
          <p:cNvSpPr/>
          <p:nvPr/>
        </p:nvSpPr>
        <p:spPr>
          <a:xfrm>
            <a:off x="6569075" y="2839508"/>
            <a:ext cx="186267" cy="745067"/>
          </a:xfrm>
          <a:custGeom>
            <a:avLst/>
            <a:gdLst>
              <a:gd name="connsiteX0" fmla="*/ 0 w 186267"/>
              <a:gd name="connsiteY0" fmla="*/ 745067 h 745067"/>
              <a:gd name="connsiteX1" fmla="*/ 0 w 186267"/>
              <a:gd name="connsiteY1" fmla="*/ 745067 h 745067"/>
              <a:gd name="connsiteX2" fmla="*/ 0 w 186267"/>
              <a:gd name="connsiteY2" fmla="*/ 0 h 745067"/>
              <a:gd name="connsiteX3" fmla="*/ 186267 w 186267"/>
              <a:gd name="connsiteY3" fmla="*/ 0 h 745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267" h="745067">
                <a:moveTo>
                  <a:pt x="0" y="745067"/>
                </a:moveTo>
                <a:lnTo>
                  <a:pt x="0" y="745067"/>
                </a:lnTo>
                <a:lnTo>
                  <a:pt x="0" y="0"/>
                </a:lnTo>
                <a:lnTo>
                  <a:pt x="186267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6" name="자유형 325">
            <a:extLst>
              <a:ext uri="{FF2B5EF4-FFF2-40B4-BE49-F238E27FC236}">
                <a16:creationId xmlns:a16="http://schemas.microsoft.com/office/drawing/2014/main" id="{71605095-3510-8386-D7D9-B7F9EAECBB2C}"/>
              </a:ext>
            </a:extLst>
          </p:cNvPr>
          <p:cNvSpPr/>
          <p:nvPr/>
        </p:nvSpPr>
        <p:spPr>
          <a:xfrm>
            <a:off x="6577542" y="4498975"/>
            <a:ext cx="1498600" cy="1244600"/>
          </a:xfrm>
          <a:custGeom>
            <a:avLst/>
            <a:gdLst>
              <a:gd name="connsiteX0" fmla="*/ 0 w 1498600"/>
              <a:gd name="connsiteY0" fmla="*/ 0 h 1244600"/>
              <a:gd name="connsiteX1" fmla="*/ 0 w 1498600"/>
              <a:gd name="connsiteY1" fmla="*/ 423333 h 1244600"/>
              <a:gd name="connsiteX2" fmla="*/ 1498600 w 1498600"/>
              <a:gd name="connsiteY2" fmla="*/ 423333 h 1244600"/>
              <a:gd name="connsiteX3" fmla="*/ 1498600 w 1498600"/>
              <a:gd name="connsiteY3" fmla="*/ 1244600 h 124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8600" h="1244600">
                <a:moveTo>
                  <a:pt x="0" y="0"/>
                </a:moveTo>
                <a:lnTo>
                  <a:pt x="0" y="423333"/>
                </a:lnTo>
                <a:lnTo>
                  <a:pt x="1498600" y="423333"/>
                </a:lnTo>
                <a:lnTo>
                  <a:pt x="1498600" y="124460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4" name="직사각형 293">
            <a:extLst>
              <a:ext uri="{FF2B5EF4-FFF2-40B4-BE49-F238E27FC236}">
                <a16:creationId xmlns:a16="http://schemas.microsoft.com/office/drawing/2014/main" id="{77E675B6-79C5-F8BB-EB33-D8E545053BF4}"/>
              </a:ext>
            </a:extLst>
          </p:cNvPr>
          <p:cNvSpPr/>
          <p:nvPr/>
        </p:nvSpPr>
        <p:spPr>
          <a:xfrm>
            <a:off x="8500191" y="3384273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관련</a:t>
            </a:r>
          </a:p>
        </p:txBody>
      </p:sp>
      <p:sp>
        <p:nvSpPr>
          <p:cNvPr id="327" name="직사각형 326">
            <a:extLst>
              <a:ext uri="{FF2B5EF4-FFF2-40B4-BE49-F238E27FC236}">
                <a16:creationId xmlns:a16="http://schemas.microsoft.com/office/drawing/2014/main" id="{318C73F7-49F7-69F2-6076-6E694D42AC63}"/>
              </a:ext>
            </a:extLst>
          </p:cNvPr>
          <p:cNvSpPr/>
          <p:nvPr/>
        </p:nvSpPr>
        <p:spPr>
          <a:xfrm>
            <a:off x="9363869" y="3290897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타절차와의 관계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164)</a:t>
            </a:r>
            <a:endParaRPr lang="ko-KR" altLang="en-US" sz="1000" dirty="0"/>
          </a:p>
        </p:txBody>
      </p:sp>
      <p:sp>
        <p:nvSpPr>
          <p:cNvPr id="328" name="직사각형 327">
            <a:extLst>
              <a:ext uri="{FF2B5EF4-FFF2-40B4-BE49-F238E27FC236}">
                <a16:creationId xmlns:a16="http://schemas.microsoft.com/office/drawing/2014/main" id="{4657266F-BDEC-CD11-0CF2-C38D8EA31FB0}"/>
              </a:ext>
            </a:extLst>
          </p:cNvPr>
          <p:cNvSpPr/>
          <p:nvPr/>
        </p:nvSpPr>
        <p:spPr>
          <a:xfrm>
            <a:off x="9363869" y="3720622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심판비용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165, 166)</a:t>
            </a:r>
            <a:endParaRPr lang="ko-KR" altLang="en-US" sz="1000" dirty="0"/>
          </a:p>
        </p:txBody>
      </p:sp>
      <p:cxnSp>
        <p:nvCxnSpPr>
          <p:cNvPr id="329" name="꺾인 연결선 244">
            <a:extLst>
              <a:ext uri="{FF2B5EF4-FFF2-40B4-BE49-F238E27FC236}">
                <a16:creationId xmlns:a16="http://schemas.microsoft.com/office/drawing/2014/main" id="{0349B927-A48C-EC98-D090-8DB5F172C5B1}"/>
              </a:ext>
            </a:extLst>
          </p:cNvPr>
          <p:cNvCxnSpPr>
            <a:cxnSpLocks/>
            <a:stCxn id="294" idx="3"/>
            <a:endCxn id="308" idx="1"/>
          </p:cNvCxnSpPr>
          <p:nvPr/>
        </p:nvCxnSpPr>
        <p:spPr>
          <a:xfrm>
            <a:off x="9210221" y="3469781"/>
            <a:ext cx="151225" cy="1077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꺾인 연결선 245">
            <a:extLst>
              <a:ext uri="{FF2B5EF4-FFF2-40B4-BE49-F238E27FC236}">
                <a16:creationId xmlns:a16="http://schemas.microsoft.com/office/drawing/2014/main" id="{E215032B-92BC-AD6E-5B83-EF3FED247C13}"/>
              </a:ext>
            </a:extLst>
          </p:cNvPr>
          <p:cNvCxnSpPr>
            <a:cxnSpLocks/>
            <a:stCxn id="294" idx="3"/>
            <a:endCxn id="328" idx="1"/>
          </p:cNvCxnSpPr>
          <p:nvPr/>
        </p:nvCxnSpPr>
        <p:spPr>
          <a:xfrm>
            <a:off x="9210221" y="3469781"/>
            <a:ext cx="153648" cy="32012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08C0C41E-6334-CEF8-7702-5D9EE41010BF}"/>
              </a:ext>
            </a:extLst>
          </p:cNvPr>
          <p:cNvCxnSpPr>
            <a:stCxn id="205" idx="3"/>
            <a:endCxn id="294" idx="1"/>
          </p:cNvCxnSpPr>
          <p:nvPr/>
        </p:nvCxnSpPr>
        <p:spPr>
          <a:xfrm>
            <a:off x="8336650" y="2489931"/>
            <a:ext cx="163541" cy="97985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직사각형 287">
            <a:extLst>
              <a:ext uri="{FF2B5EF4-FFF2-40B4-BE49-F238E27FC236}">
                <a16:creationId xmlns:a16="http://schemas.microsoft.com/office/drawing/2014/main" id="{96B09754-6065-E66A-E632-9E1CB422B2B3}"/>
              </a:ext>
            </a:extLst>
          </p:cNvPr>
          <p:cNvSpPr/>
          <p:nvPr/>
        </p:nvSpPr>
        <p:spPr>
          <a:xfrm>
            <a:off x="9358843" y="1365202"/>
            <a:ext cx="2333212" cy="2884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국선대리인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전문심리위원 및 참고인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法 </a:t>
            </a:r>
            <a:r>
              <a:rPr lang="en-US" altLang="ko-KR" sz="900" dirty="0">
                <a:solidFill>
                  <a:schemeClr val="tx1"/>
                </a:solidFill>
              </a:rPr>
              <a:t>139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2, 154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2, 154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3)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08" name="직사각형 307">
            <a:extLst>
              <a:ext uri="{FF2B5EF4-FFF2-40B4-BE49-F238E27FC236}">
                <a16:creationId xmlns:a16="http://schemas.microsoft.com/office/drawing/2014/main" id="{091BC10C-3A40-8155-E126-54F26DE4889F}"/>
              </a:ext>
            </a:extLst>
          </p:cNvPr>
          <p:cNvSpPr/>
          <p:nvPr/>
        </p:nvSpPr>
        <p:spPr>
          <a:xfrm>
            <a:off x="9361446" y="3486404"/>
            <a:ext cx="2330609" cy="1822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조정위원회 회부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164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331" name="꺾인 연결선 245">
            <a:extLst>
              <a:ext uri="{FF2B5EF4-FFF2-40B4-BE49-F238E27FC236}">
                <a16:creationId xmlns:a16="http://schemas.microsoft.com/office/drawing/2014/main" id="{79A74F62-017B-1F08-8E07-478BBD231D4B}"/>
              </a:ext>
            </a:extLst>
          </p:cNvPr>
          <p:cNvCxnSpPr>
            <a:cxnSpLocks/>
            <a:stCxn id="294" idx="3"/>
            <a:endCxn id="327" idx="1"/>
          </p:cNvCxnSpPr>
          <p:nvPr/>
        </p:nvCxnSpPr>
        <p:spPr>
          <a:xfrm flipV="1">
            <a:off x="9210221" y="3360176"/>
            <a:ext cx="153648" cy="10960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6283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Frutiger LT 75 Black"/>
        <a:ea typeface="Rix모던고딕 EB"/>
        <a:cs typeface=""/>
      </a:majorFont>
      <a:minorFont>
        <a:latin typeface="Frutiger LT 65 Bold"/>
        <a:ea typeface="Rix모던고딕 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bg1">
              <a:lumMod val="50000"/>
            </a:schemeClr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7738</TotalTime>
  <Words>842</Words>
  <Application>Microsoft Office PowerPoint</Application>
  <PresentationFormat>와이드스크린</PresentationFormat>
  <Paragraphs>201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3" baseType="lpstr">
      <vt:lpstr>산돌신문제비 L</vt:lpstr>
      <vt:lpstr>Frutiger LT 65 Bold</vt:lpstr>
      <vt:lpstr>Rix커피향 M</vt:lpstr>
      <vt:lpstr>Rix모던명조 B</vt:lpstr>
      <vt:lpstr>Frutiger LT 75 Black</vt:lpstr>
      <vt:lpstr>Rix모던고딕 L</vt:lpstr>
      <vt:lpstr>Rix모던고딕 M</vt:lpstr>
      <vt:lpstr>Arial</vt:lpstr>
      <vt:lpstr>Rix모던고딕 B</vt:lpstr>
      <vt:lpstr>Rix모던명조 L</vt:lpstr>
      <vt:lpstr>Office 테마</vt:lpstr>
      <vt:lpstr>참고노트</vt:lpstr>
      <vt:lpstr>참고노트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(주)INVENSTOR</dc:title>
  <dc:creator>Windows 사용자</dc:creator>
  <cp:lastModifiedBy>병웅 임</cp:lastModifiedBy>
  <cp:revision>380</cp:revision>
  <cp:lastPrinted>2021-09-03T08:33:13Z</cp:lastPrinted>
  <dcterms:created xsi:type="dcterms:W3CDTF">2016-02-25T00:12:49Z</dcterms:created>
  <dcterms:modified xsi:type="dcterms:W3CDTF">2026-04-29T05:08:53Z</dcterms:modified>
</cp:coreProperties>
</file>