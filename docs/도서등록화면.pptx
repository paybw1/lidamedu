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B7107-5C69-6E39-1DA1-32BF520EC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5960F0-6192-DC8B-E3FA-499C2EC90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3C4EC9-FF9E-B792-AD08-7A14320F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D447-623C-48DF-92E7-B45BA34D4324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964EB7-0AF2-572E-871A-7BCBD678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D5826B-E749-9118-3F41-DE4F77B4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61A-2A69-4615-B3B3-3DDFFEF2A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63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C3F08-0179-E010-51DA-5A4385AD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9A06A0-1B45-23D9-9969-9C4D3E1F3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D0C937-6633-81ED-EA8A-DD0627179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D447-623C-48DF-92E7-B45BA34D4324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2181DA-A6DF-03B3-2D1D-82F7BE509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45D1AC-8C72-66A3-D592-5C27FE9A0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61A-2A69-4615-B3B3-3DDFFEF2A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68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226E46-A4B0-F294-4767-81D7D6FAF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DC3E7F-5CEE-6145-4735-B1F5F6D39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790403-7506-D869-C6DB-3F236BAB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D447-623C-48DF-92E7-B45BA34D4324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70800F-027C-0AAC-8B1E-2A5B24B12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0BED6A-19D7-9D7A-0AE2-D9C5DC09F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61A-2A69-4615-B3B3-3DDFFEF2A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89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C51FD-3CC1-1A8F-0CDF-AD32A1B1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81B59C-140E-E40A-D2F4-270007530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861F78-EA47-A556-30B2-FA49881E7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C684D3-6376-32EA-4325-3FB5CE51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D447-623C-48DF-92E7-B45BA34D4324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D4CAD4-562F-E7D4-7C6D-E5B685A55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4E6D5E-257E-4230-7702-8A8B1E5F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61A-2A69-4615-B3B3-3DDFFEF2A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14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68754F-E523-127D-D3DC-73B66594E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FFD586-4371-7B38-8200-17F583C90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FA8509-B8AD-99DB-E164-4EA1EFC48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8E8C35-649C-5E94-DCE9-06032D54C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7C0013-72C8-F4E0-0F2A-9411FE0DFA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747AD1-FB44-CF58-78DC-1025AC10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D447-623C-48DF-92E7-B45BA34D4324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77E5D3-C5B6-F69A-77DB-B88FCCFD3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813557-912F-78F0-C43B-3C458470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61A-2A69-4615-B3B3-3DDFFEF2A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260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46C97-0F61-EB34-F48A-8AF1BE6A6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CD6ED5-C453-574F-7528-008B22683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D447-623C-48DF-92E7-B45BA34D4324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108327-4B85-5EBF-2BD9-671863944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45DF24-EC62-B0FA-6C3C-3D3C9ED50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61A-2A69-4615-B3B3-3DDFFEF2A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70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58F336-251C-1E43-FD55-BEB6CE25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D447-623C-48DF-92E7-B45BA34D4324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902B58-6D2F-4927-4CC5-238C370F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61A8B8-8CE6-0706-DA40-68BDDD60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61A-2A69-4615-B3B3-3DDFFEF2A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24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5224D-2607-4893-3EEE-570F0AEA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6D1E7F-D5AB-337B-5897-B4E2B10D8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B40CC3-E95E-B76E-052F-16E6F628C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1DE9B5-FB39-CBF4-5091-BBD210C29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D447-623C-48DF-92E7-B45BA34D4324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EAF68E-4030-93FF-2C34-0BAFC41CB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A4BA6A-C380-A0C3-1340-4B240F8E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61A-2A69-4615-B3B3-3DDFFEF2A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94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1CF2B-0642-8AAC-1ECA-76E3DCDD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52516A-BEFC-46F9-EC4F-B3D411920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ECD4F7-7C6D-3297-0A4B-19E0BC34D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A626F4-1663-C2EA-6F77-F28B50DFB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D447-623C-48DF-92E7-B45BA34D4324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734883-71D3-8126-8CFE-7697F6C73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55B735-673A-2EBE-54A9-C8662A6F9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61A-2A69-4615-B3B3-3DDFFEF2A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412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EB8C4-50C0-0568-7CDF-9A3B013A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7F9FCA-3657-76F0-E5C3-9EE2B018F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A45F55-F3A0-6611-9BF6-197DC20E2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D447-623C-48DF-92E7-B45BA34D4324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F5E757-4E55-6E03-A124-CA2BC134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58EA81-A927-48E8-222F-74F03510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61A-2A69-4615-B3B3-3DDFFEF2A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63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C3BB16-F960-63AF-9C90-99D905568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EE7CB7-9343-3BA5-71FF-E5E36AE1E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79FDC3-3108-E8F2-B307-60BE0583A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D447-623C-48DF-92E7-B45BA34D4324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E38217-D923-60B3-40BA-3DACFAEB9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0088BF-1630-70E7-7217-B3BA40817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61A-2A69-4615-B3B3-3DDFFEF2A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42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7BC0AA-F66F-B718-382D-872F23B8C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F6FB10-918D-5CD2-16C2-E5FA03222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747991-FCA7-0839-B220-6376015F8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8D447-623C-48DF-92E7-B45BA34D4324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8E676-7146-BBAD-838B-656AF11F3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C8C750-419D-68CB-FFBD-F20694DBE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7061A-2A69-4615-B3B3-3DDFFEF2A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17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D7A8A5A-83F5-6274-B450-9814DE866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614" y="0"/>
            <a:ext cx="9022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97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CA53CCC-EB80-4858-C6B1-9E220844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529" y="0"/>
            <a:ext cx="9300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00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병웅 임</dc:creator>
  <cp:lastModifiedBy>병웅 임</cp:lastModifiedBy>
  <cp:revision>1</cp:revision>
  <dcterms:created xsi:type="dcterms:W3CDTF">2026-07-09T01:28:15Z</dcterms:created>
  <dcterms:modified xsi:type="dcterms:W3CDTF">2026-07-09T01:29:41Z</dcterms:modified>
</cp:coreProperties>
</file>